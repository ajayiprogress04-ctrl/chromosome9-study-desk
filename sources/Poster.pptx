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1031200" cy="30175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0" d="100"/>
          <a:sy n="40" d="100"/>
        </p:scale>
        <p:origin x="580"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77340" y="4938397"/>
            <a:ext cx="17876520" cy="10505440"/>
          </a:xfrm>
        </p:spPr>
        <p:txBody>
          <a:bodyPr anchor="b"/>
          <a:lstStyle>
            <a:lvl1pPr algn="ctr">
              <a:defRPr sz="13800"/>
            </a:lvl1pPr>
          </a:lstStyle>
          <a:p>
            <a:r>
              <a:rPr lang="en-US"/>
              <a:t>Click to edit Master title style</a:t>
            </a:r>
            <a:endParaRPr lang="en-US" dirty="0"/>
          </a:p>
        </p:txBody>
      </p:sp>
      <p:sp>
        <p:nvSpPr>
          <p:cNvPr id="3" name="Subtitle 2"/>
          <p:cNvSpPr>
            <a:spLocks noGrp="1"/>
          </p:cNvSpPr>
          <p:nvPr>
            <p:ph type="subTitle" idx="1"/>
          </p:nvPr>
        </p:nvSpPr>
        <p:spPr>
          <a:xfrm>
            <a:off x="2628900" y="15848967"/>
            <a:ext cx="15773400" cy="7285353"/>
          </a:xfrm>
        </p:spPr>
        <p:txBody>
          <a:bodyPr/>
          <a:lstStyle>
            <a:lvl1pPr marL="0" indent="0" algn="ctr">
              <a:buNone/>
              <a:defRPr sz="5520"/>
            </a:lvl1pPr>
            <a:lvl2pPr marL="1051560" indent="0" algn="ctr">
              <a:buNone/>
              <a:defRPr sz="4600"/>
            </a:lvl2pPr>
            <a:lvl3pPr marL="2103120" indent="0" algn="ctr">
              <a:buNone/>
              <a:defRPr sz="4140"/>
            </a:lvl3pPr>
            <a:lvl4pPr marL="3154680" indent="0" algn="ctr">
              <a:buNone/>
              <a:defRPr sz="3680"/>
            </a:lvl4pPr>
            <a:lvl5pPr marL="4206240" indent="0" algn="ctr">
              <a:buNone/>
              <a:defRPr sz="3680"/>
            </a:lvl5pPr>
            <a:lvl6pPr marL="5257800" indent="0" algn="ctr">
              <a:buNone/>
              <a:defRPr sz="3680"/>
            </a:lvl6pPr>
            <a:lvl7pPr marL="6309360" indent="0" algn="ctr">
              <a:buNone/>
              <a:defRPr sz="3680"/>
            </a:lvl7pPr>
            <a:lvl8pPr marL="7360920" indent="0" algn="ctr">
              <a:buNone/>
              <a:defRPr sz="3680"/>
            </a:lvl8pPr>
            <a:lvl9pPr marL="8412480" indent="0" algn="ctr">
              <a:buNone/>
              <a:defRPr sz="3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3857039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49888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34942" y="7522854"/>
            <a:ext cx="18139410" cy="12552043"/>
          </a:xfrm>
        </p:spPr>
        <p:txBody>
          <a:bodyPr anchor="b"/>
          <a:lstStyle>
            <a:lvl1pPr>
              <a:defRPr sz="13800"/>
            </a:lvl1pPr>
          </a:lstStyle>
          <a:p>
            <a:r>
              <a:rPr lang="en-US"/>
              <a:t>Click to edit Master title style</a:t>
            </a:r>
            <a:endParaRPr lang="en-US" dirty="0"/>
          </a:p>
        </p:txBody>
      </p:sp>
      <p:sp>
        <p:nvSpPr>
          <p:cNvPr id="3" name="Text Placeholder 2"/>
          <p:cNvSpPr>
            <a:spLocks noGrp="1"/>
          </p:cNvSpPr>
          <p:nvPr>
            <p:ph type="body" idx="1"/>
          </p:nvPr>
        </p:nvSpPr>
        <p:spPr>
          <a:xfrm>
            <a:off x="1434942" y="20193644"/>
            <a:ext cx="18139410" cy="6600823"/>
          </a:xfrm>
        </p:spPr>
        <p:txBody>
          <a:bodyPr/>
          <a:lstStyle>
            <a:lvl1pPr marL="0" indent="0">
              <a:buNone/>
              <a:defRPr sz="5520">
                <a:solidFill>
                  <a:schemeClr val="tx1"/>
                </a:solidFill>
              </a:defRPr>
            </a:lvl1pPr>
            <a:lvl2pPr marL="1051560" indent="0">
              <a:buNone/>
              <a:defRPr sz="4600">
                <a:solidFill>
                  <a:schemeClr val="tx1">
                    <a:tint val="75000"/>
                  </a:schemeClr>
                </a:solidFill>
              </a:defRPr>
            </a:lvl2pPr>
            <a:lvl3pPr marL="2103120" indent="0">
              <a:buNone/>
              <a:defRPr sz="4140">
                <a:solidFill>
                  <a:schemeClr val="tx1">
                    <a:tint val="75000"/>
                  </a:schemeClr>
                </a:solidFill>
              </a:defRPr>
            </a:lvl3pPr>
            <a:lvl4pPr marL="3154680" indent="0">
              <a:buNone/>
              <a:defRPr sz="3680">
                <a:solidFill>
                  <a:schemeClr val="tx1">
                    <a:tint val="75000"/>
                  </a:schemeClr>
                </a:solidFill>
              </a:defRPr>
            </a:lvl4pPr>
            <a:lvl5pPr marL="4206240" indent="0">
              <a:buNone/>
              <a:defRPr sz="3680">
                <a:solidFill>
                  <a:schemeClr val="tx1">
                    <a:tint val="75000"/>
                  </a:schemeClr>
                </a:solidFill>
              </a:defRPr>
            </a:lvl5pPr>
            <a:lvl6pPr marL="5257800" indent="0">
              <a:buNone/>
              <a:defRPr sz="3680">
                <a:solidFill>
                  <a:schemeClr val="tx1">
                    <a:tint val="75000"/>
                  </a:schemeClr>
                </a:solidFill>
              </a:defRPr>
            </a:lvl6pPr>
            <a:lvl7pPr marL="6309360" indent="0">
              <a:buNone/>
              <a:defRPr sz="3680">
                <a:solidFill>
                  <a:schemeClr val="tx1">
                    <a:tint val="75000"/>
                  </a:schemeClr>
                </a:solidFill>
              </a:defRPr>
            </a:lvl7pPr>
            <a:lvl8pPr marL="7360920" indent="0">
              <a:buNone/>
              <a:defRPr sz="3680">
                <a:solidFill>
                  <a:schemeClr val="tx1">
                    <a:tint val="75000"/>
                  </a:schemeClr>
                </a:solidFill>
              </a:defRPr>
            </a:lvl8pPr>
            <a:lvl9pPr marL="8412480" indent="0">
              <a:buNone/>
              <a:defRPr sz="36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081069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45895" y="8032750"/>
            <a:ext cx="8938260" cy="19145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647045" y="8032750"/>
            <a:ext cx="8938260" cy="191458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13C3E9-039C-4261-81F3-6552C0ECD353}"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84227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8634" y="1606557"/>
            <a:ext cx="18139410" cy="58324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8637" y="7397117"/>
            <a:ext cx="8897182" cy="3625213"/>
          </a:xfrm>
        </p:spPr>
        <p:txBody>
          <a:bodyPr anchor="b"/>
          <a:lstStyle>
            <a:lvl1pPr marL="0" indent="0">
              <a:buNone/>
              <a:defRPr sz="5520" b="1"/>
            </a:lvl1pPr>
            <a:lvl2pPr marL="1051560" indent="0">
              <a:buNone/>
              <a:defRPr sz="4600" b="1"/>
            </a:lvl2pPr>
            <a:lvl3pPr marL="2103120" indent="0">
              <a:buNone/>
              <a:defRPr sz="4140" b="1"/>
            </a:lvl3pPr>
            <a:lvl4pPr marL="3154680" indent="0">
              <a:buNone/>
              <a:defRPr sz="3680" b="1"/>
            </a:lvl4pPr>
            <a:lvl5pPr marL="4206240" indent="0">
              <a:buNone/>
              <a:defRPr sz="3680" b="1"/>
            </a:lvl5pPr>
            <a:lvl6pPr marL="5257800" indent="0">
              <a:buNone/>
              <a:defRPr sz="3680" b="1"/>
            </a:lvl6pPr>
            <a:lvl7pPr marL="6309360" indent="0">
              <a:buNone/>
              <a:defRPr sz="3680" b="1"/>
            </a:lvl7pPr>
            <a:lvl8pPr marL="7360920" indent="0">
              <a:buNone/>
              <a:defRPr sz="3680" b="1"/>
            </a:lvl8pPr>
            <a:lvl9pPr marL="8412480" indent="0">
              <a:buNone/>
              <a:defRPr sz="3680" b="1"/>
            </a:lvl9pPr>
          </a:lstStyle>
          <a:p>
            <a:pPr lvl="0"/>
            <a:r>
              <a:rPr lang="en-US"/>
              <a:t>Edit Master text styles</a:t>
            </a:r>
          </a:p>
        </p:txBody>
      </p:sp>
      <p:sp>
        <p:nvSpPr>
          <p:cNvPr id="4" name="Content Placeholder 3"/>
          <p:cNvSpPr>
            <a:spLocks noGrp="1"/>
          </p:cNvSpPr>
          <p:nvPr>
            <p:ph sz="half" idx="2"/>
          </p:nvPr>
        </p:nvSpPr>
        <p:spPr>
          <a:xfrm>
            <a:off x="1448637" y="11022330"/>
            <a:ext cx="8897182" cy="16212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647046" y="7397117"/>
            <a:ext cx="8940999" cy="3625213"/>
          </a:xfrm>
        </p:spPr>
        <p:txBody>
          <a:bodyPr anchor="b"/>
          <a:lstStyle>
            <a:lvl1pPr marL="0" indent="0">
              <a:buNone/>
              <a:defRPr sz="5520" b="1"/>
            </a:lvl1pPr>
            <a:lvl2pPr marL="1051560" indent="0">
              <a:buNone/>
              <a:defRPr sz="4600" b="1"/>
            </a:lvl2pPr>
            <a:lvl3pPr marL="2103120" indent="0">
              <a:buNone/>
              <a:defRPr sz="4140" b="1"/>
            </a:lvl3pPr>
            <a:lvl4pPr marL="3154680" indent="0">
              <a:buNone/>
              <a:defRPr sz="3680" b="1"/>
            </a:lvl4pPr>
            <a:lvl5pPr marL="4206240" indent="0">
              <a:buNone/>
              <a:defRPr sz="3680" b="1"/>
            </a:lvl5pPr>
            <a:lvl6pPr marL="5257800" indent="0">
              <a:buNone/>
              <a:defRPr sz="3680" b="1"/>
            </a:lvl6pPr>
            <a:lvl7pPr marL="6309360" indent="0">
              <a:buNone/>
              <a:defRPr sz="3680" b="1"/>
            </a:lvl7pPr>
            <a:lvl8pPr marL="7360920" indent="0">
              <a:buNone/>
              <a:defRPr sz="3680" b="1"/>
            </a:lvl8pPr>
            <a:lvl9pPr marL="8412480" indent="0">
              <a:buNone/>
              <a:defRPr sz="3680" b="1"/>
            </a:lvl9pPr>
          </a:lstStyle>
          <a:p>
            <a:pPr lvl="0"/>
            <a:r>
              <a:rPr lang="en-US"/>
              <a:t>Edit Master text styles</a:t>
            </a:r>
          </a:p>
        </p:txBody>
      </p:sp>
      <p:sp>
        <p:nvSpPr>
          <p:cNvPr id="6" name="Content Placeholder 5"/>
          <p:cNvSpPr>
            <a:spLocks noGrp="1"/>
          </p:cNvSpPr>
          <p:nvPr>
            <p:ph sz="quarter" idx="4"/>
          </p:nvPr>
        </p:nvSpPr>
        <p:spPr>
          <a:xfrm>
            <a:off x="10647046" y="11022330"/>
            <a:ext cx="8940999" cy="16212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3C3E9-039C-4261-81F3-6552C0ECD353}"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72216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13C3E9-039C-4261-81F3-6552C0ECD353}"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153755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13C3E9-039C-4261-81F3-6552C0ECD353}"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32153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8635" y="2011680"/>
            <a:ext cx="6783109" cy="7040880"/>
          </a:xfrm>
        </p:spPr>
        <p:txBody>
          <a:bodyPr anchor="b"/>
          <a:lstStyle>
            <a:lvl1pPr>
              <a:defRPr sz="7360"/>
            </a:lvl1pPr>
          </a:lstStyle>
          <a:p>
            <a:r>
              <a:rPr lang="en-US"/>
              <a:t>Click to edit Master title style</a:t>
            </a:r>
            <a:endParaRPr lang="en-US" dirty="0"/>
          </a:p>
        </p:txBody>
      </p:sp>
      <p:sp>
        <p:nvSpPr>
          <p:cNvPr id="3" name="Content Placeholder 2"/>
          <p:cNvSpPr>
            <a:spLocks noGrp="1"/>
          </p:cNvSpPr>
          <p:nvPr>
            <p:ph idx="1"/>
          </p:nvPr>
        </p:nvSpPr>
        <p:spPr>
          <a:xfrm>
            <a:off x="8940999" y="4344677"/>
            <a:ext cx="10647045" cy="21443950"/>
          </a:xfrm>
        </p:spPr>
        <p:txBody>
          <a:bodyPr/>
          <a:lstStyle>
            <a:lvl1pPr>
              <a:defRPr sz="7360"/>
            </a:lvl1pPr>
            <a:lvl2pPr>
              <a:defRPr sz="6440"/>
            </a:lvl2pPr>
            <a:lvl3pPr>
              <a:defRPr sz="5520"/>
            </a:lvl3pPr>
            <a:lvl4pPr>
              <a:defRPr sz="4600"/>
            </a:lvl4pPr>
            <a:lvl5pPr>
              <a:defRPr sz="4600"/>
            </a:lvl5pPr>
            <a:lvl6pPr>
              <a:defRPr sz="4600"/>
            </a:lvl6pPr>
            <a:lvl7pPr>
              <a:defRPr sz="4600"/>
            </a:lvl7pPr>
            <a:lvl8pPr>
              <a:defRPr sz="4600"/>
            </a:lvl8pPr>
            <a:lvl9pPr>
              <a:defRPr sz="4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8635" y="9052560"/>
            <a:ext cx="6783109" cy="16770987"/>
          </a:xfrm>
        </p:spPr>
        <p:txBody>
          <a:bodyPr/>
          <a:lstStyle>
            <a:lvl1pPr marL="0" indent="0">
              <a:buNone/>
              <a:defRPr sz="3680"/>
            </a:lvl1pPr>
            <a:lvl2pPr marL="1051560" indent="0">
              <a:buNone/>
              <a:defRPr sz="3220"/>
            </a:lvl2pPr>
            <a:lvl3pPr marL="2103120" indent="0">
              <a:buNone/>
              <a:defRPr sz="2760"/>
            </a:lvl3pPr>
            <a:lvl4pPr marL="3154680" indent="0">
              <a:buNone/>
              <a:defRPr sz="2300"/>
            </a:lvl4pPr>
            <a:lvl5pPr marL="4206240" indent="0">
              <a:buNone/>
              <a:defRPr sz="2300"/>
            </a:lvl5pPr>
            <a:lvl6pPr marL="5257800" indent="0">
              <a:buNone/>
              <a:defRPr sz="2300"/>
            </a:lvl6pPr>
            <a:lvl7pPr marL="6309360" indent="0">
              <a:buNone/>
              <a:defRPr sz="2300"/>
            </a:lvl7pPr>
            <a:lvl8pPr marL="7360920" indent="0">
              <a:buNone/>
              <a:defRPr sz="2300"/>
            </a:lvl8pPr>
            <a:lvl9pPr marL="8412480" indent="0">
              <a:buNone/>
              <a:defRPr sz="2300"/>
            </a:lvl9pPr>
          </a:lstStyle>
          <a:p>
            <a:pPr lvl="0"/>
            <a:r>
              <a:rPr lang="en-US"/>
              <a:t>Edit Master text styles</a:t>
            </a:r>
          </a:p>
        </p:txBody>
      </p:sp>
      <p:sp>
        <p:nvSpPr>
          <p:cNvPr id="5" name="Date Placeholder 4"/>
          <p:cNvSpPr>
            <a:spLocks noGrp="1"/>
          </p:cNvSpPr>
          <p:nvPr>
            <p:ph type="dt" sz="half" idx="10"/>
          </p:nvPr>
        </p:nvSpPr>
        <p:spPr/>
        <p:txBody>
          <a:bodyPr/>
          <a:lstStyle/>
          <a:p>
            <a:fld id="{6013C3E9-039C-4261-81F3-6552C0ECD353}"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1036256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8635" y="2011680"/>
            <a:ext cx="6783109" cy="7040880"/>
          </a:xfrm>
        </p:spPr>
        <p:txBody>
          <a:bodyPr anchor="b"/>
          <a:lstStyle>
            <a:lvl1pPr>
              <a:defRPr sz="7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8940999" y="4344677"/>
            <a:ext cx="10647045" cy="21443950"/>
          </a:xfrm>
        </p:spPr>
        <p:txBody>
          <a:bodyPr anchor="t"/>
          <a:lstStyle>
            <a:lvl1pPr marL="0" indent="0">
              <a:buNone/>
              <a:defRPr sz="7360"/>
            </a:lvl1pPr>
            <a:lvl2pPr marL="1051560" indent="0">
              <a:buNone/>
              <a:defRPr sz="6440"/>
            </a:lvl2pPr>
            <a:lvl3pPr marL="2103120" indent="0">
              <a:buNone/>
              <a:defRPr sz="5520"/>
            </a:lvl3pPr>
            <a:lvl4pPr marL="3154680" indent="0">
              <a:buNone/>
              <a:defRPr sz="4600"/>
            </a:lvl4pPr>
            <a:lvl5pPr marL="4206240" indent="0">
              <a:buNone/>
              <a:defRPr sz="4600"/>
            </a:lvl5pPr>
            <a:lvl6pPr marL="5257800" indent="0">
              <a:buNone/>
              <a:defRPr sz="4600"/>
            </a:lvl6pPr>
            <a:lvl7pPr marL="6309360" indent="0">
              <a:buNone/>
              <a:defRPr sz="4600"/>
            </a:lvl7pPr>
            <a:lvl8pPr marL="7360920" indent="0">
              <a:buNone/>
              <a:defRPr sz="4600"/>
            </a:lvl8pPr>
            <a:lvl9pPr marL="8412480" indent="0">
              <a:buNone/>
              <a:defRPr sz="4600"/>
            </a:lvl9pPr>
          </a:lstStyle>
          <a:p>
            <a:r>
              <a:rPr lang="en-US"/>
              <a:t>Click icon to add picture</a:t>
            </a:r>
            <a:endParaRPr lang="en-US" dirty="0"/>
          </a:p>
        </p:txBody>
      </p:sp>
      <p:sp>
        <p:nvSpPr>
          <p:cNvPr id="4" name="Text Placeholder 3"/>
          <p:cNvSpPr>
            <a:spLocks noGrp="1"/>
          </p:cNvSpPr>
          <p:nvPr>
            <p:ph type="body" sz="half" idx="2"/>
          </p:nvPr>
        </p:nvSpPr>
        <p:spPr>
          <a:xfrm>
            <a:off x="1448635" y="9052560"/>
            <a:ext cx="6783109" cy="16770987"/>
          </a:xfrm>
        </p:spPr>
        <p:txBody>
          <a:bodyPr/>
          <a:lstStyle>
            <a:lvl1pPr marL="0" indent="0">
              <a:buNone/>
              <a:defRPr sz="3680"/>
            </a:lvl1pPr>
            <a:lvl2pPr marL="1051560" indent="0">
              <a:buNone/>
              <a:defRPr sz="3220"/>
            </a:lvl2pPr>
            <a:lvl3pPr marL="2103120" indent="0">
              <a:buNone/>
              <a:defRPr sz="2760"/>
            </a:lvl3pPr>
            <a:lvl4pPr marL="3154680" indent="0">
              <a:buNone/>
              <a:defRPr sz="2300"/>
            </a:lvl4pPr>
            <a:lvl5pPr marL="4206240" indent="0">
              <a:buNone/>
              <a:defRPr sz="2300"/>
            </a:lvl5pPr>
            <a:lvl6pPr marL="5257800" indent="0">
              <a:buNone/>
              <a:defRPr sz="2300"/>
            </a:lvl6pPr>
            <a:lvl7pPr marL="6309360" indent="0">
              <a:buNone/>
              <a:defRPr sz="2300"/>
            </a:lvl7pPr>
            <a:lvl8pPr marL="7360920" indent="0">
              <a:buNone/>
              <a:defRPr sz="2300"/>
            </a:lvl8pPr>
            <a:lvl9pPr marL="8412480" indent="0">
              <a:buNone/>
              <a:defRPr sz="2300"/>
            </a:lvl9pPr>
          </a:lstStyle>
          <a:p>
            <a:pPr lvl="0"/>
            <a:r>
              <a:rPr lang="en-US"/>
              <a:t>Edit Master text styles</a:t>
            </a:r>
          </a:p>
        </p:txBody>
      </p:sp>
      <p:sp>
        <p:nvSpPr>
          <p:cNvPr id="5" name="Date Placeholder 4"/>
          <p:cNvSpPr>
            <a:spLocks noGrp="1"/>
          </p:cNvSpPr>
          <p:nvPr>
            <p:ph type="dt" sz="half" idx="10"/>
          </p:nvPr>
        </p:nvSpPr>
        <p:spPr/>
        <p:txBody>
          <a:bodyPr/>
          <a:lstStyle/>
          <a:p>
            <a:fld id="{6013C3E9-039C-4261-81F3-6552C0ECD353}"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63922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948804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050453" y="1606550"/>
            <a:ext cx="4534853" cy="2557208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45896" y="1606550"/>
            <a:ext cx="13341668" cy="2557208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337063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45895" y="1606557"/>
            <a:ext cx="18139410" cy="58324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45895" y="8032750"/>
            <a:ext cx="18139410" cy="1914588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45895" y="27967947"/>
            <a:ext cx="4732020" cy="1606550"/>
          </a:xfrm>
          <a:prstGeom prst="rect">
            <a:avLst/>
          </a:prstGeom>
        </p:spPr>
        <p:txBody>
          <a:bodyPr vert="horz" lIns="91440" tIns="45720" rIns="91440" bIns="45720" rtlCol="0" anchor="ctr"/>
          <a:lstStyle>
            <a:lvl1pPr algn="l">
              <a:defRPr sz="2760">
                <a:solidFill>
                  <a:schemeClr val="tx1">
                    <a:tint val="75000"/>
                  </a:schemeClr>
                </a:solidFill>
              </a:defRPr>
            </a:lvl1pPr>
          </a:lstStyle>
          <a:p>
            <a:fld id="{6013C3E9-039C-4261-81F3-6552C0ECD353}" type="datetimeFigureOut">
              <a:rPr lang="en-US" smtClean="0"/>
              <a:t>9/20/2026</a:t>
            </a:fld>
            <a:endParaRPr lang="en-US"/>
          </a:p>
        </p:txBody>
      </p:sp>
      <p:sp>
        <p:nvSpPr>
          <p:cNvPr id="5" name="Footer Placeholder 4"/>
          <p:cNvSpPr>
            <a:spLocks noGrp="1"/>
          </p:cNvSpPr>
          <p:nvPr>
            <p:ph type="ftr" sz="quarter" idx="3"/>
          </p:nvPr>
        </p:nvSpPr>
        <p:spPr>
          <a:xfrm>
            <a:off x="6966585" y="27967947"/>
            <a:ext cx="7098030" cy="1606550"/>
          </a:xfrm>
          <a:prstGeom prst="rect">
            <a:avLst/>
          </a:prstGeom>
        </p:spPr>
        <p:txBody>
          <a:bodyPr vert="horz" lIns="91440" tIns="45720" rIns="91440" bIns="45720" rtlCol="0" anchor="ctr"/>
          <a:lstStyle>
            <a:lvl1pPr algn="ctr">
              <a:defRPr sz="2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4853285" y="27967947"/>
            <a:ext cx="4732020" cy="1606550"/>
          </a:xfrm>
          <a:prstGeom prst="rect">
            <a:avLst/>
          </a:prstGeom>
        </p:spPr>
        <p:txBody>
          <a:bodyPr vert="horz" lIns="91440" tIns="45720" rIns="91440" bIns="45720" rtlCol="0" anchor="ctr"/>
          <a:lstStyle>
            <a:lvl1pPr algn="r">
              <a:defRPr sz="2760">
                <a:solidFill>
                  <a:schemeClr val="tx1">
                    <a:tint val="75000"/>
                  </a:schemeClr>
                </a:solidFill>
              </a:defRPr>
            </a:lvl1pPr>
          </a:lstStyle>
          <a:p>
            <a:fld id="{9522BD66-771F-4626-978B-F2CD506E4380}" type="slidenum">
              <a:rPr lang="en-US" smtClean="0"/>
              <a:t>‹#›</a:t>
            </a:fld>
            <a:endParaRPr lang="en-US"/>
          </a:p>
        </p:txBody>
      </p:sp>
    </p:spTree>
    <p:extLst>
      <p:ext uri="{BB962C8B-B14F-4D97-AF65-F5344CB8AC3E}">
        <p14:creationId xmlns:p14="http://schemas.microsoft.com/office/powerpoint/2010/main" val="372234188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103120" rtl="0" eaLnBrk="1" latinLnBrk="0" hangingPunct="1">
        <a:lnSpc>
          <a:spcPct val="90000"/>
        </a:lnSpc>
        <a:spcBef>
          <a:spcPct val="0"/>
        </a:spcBef>
        <a:buNone/>
        <a:defRPr sz="10120" kern="1200">
          <a:solidFill>
            <a:schemeClr val="tx1"/>
          </a:solidFill>
          <a:latin typeface="+mj-lt"/>
          <a:ea typeface="+mj-ea"/>
          <a:cs typeface="+mj-cs"/>
        </a:defRPr>
      </a:lvl1pPr>
    </p:titleStyle>
    <p:bodyStyle>
      <a:lvl1pPr marL="525780" indent="-525780" algn="l" defTabSz="2103120" rtl="0" eaLnBrk="1" latinLnBrk="0" hangingPunct="1">
        <a:lnSpc>
          <a:spcPct val="90000"/>
        </a:lnSpc>
        <a:spcBef>
          <a:spcPts val="2300"/>
        </a:spcBef>
        <a:buFont typeface="Arial" panose="020B0604020202020204" pitchFamily="34" charset="0"/>
        <a:buChar char="•"/>
        <a:defRPr sz="6440" kern="1200">
          <a:solidFill>
            <a:schemeClr val="tx1"/>
          </a:solidFill>
          <a:latin typeface="+mn-lt"/>
          <a:ea typeface="+mn-ea"/>
          <a:cs typeface="+mn-cs"/>
        </a:defRPr>
      </a:lvl1pPr>
      <a:lvl2pPr marL="1577340" indent="-525780" algn="l" defTabSz="2103120" rtl="0" eaLnBrk="1" latinLnBrk="0" hangingPunct="1">
        <a:lnSpc>
          <a:spcPct val="90000"/>
        </a:lnSpc>
        <a:spcBef>
          <a:spcPts val="1150"/>
        </a:spcBef>
        <a:buFont typeface="Arial" panose="020B0604020202020204" pitchFamily="34" charset="0"/>
        <a:buChar char="•"/>
        <a:defRPr sz="5520" kern="1200">
          <a:solidFill>
            <a:schemeClr val="tx1"/>
          </a:solidFill>
          <a:latin typeface="+mn-lt"/>
          <a:ea typeface="+mn-ea"/>
          <a:cs typeface="+mn-cs"/>
        </a:defRPr>
      </a:lvl2pPr>
      <a:lvl3pPr marL="2628900" indent="-525780" algn="l" defTabSz="2103120" rtl="0" eaLnBrk="1" latinLnBrk="0" hangingPunct="1">
        <a:lnSpc>
          <a:spcPct val="90000"/>
        </a:lnSpc>
        <a:spcBef>
          <a:spcPts val="1150"/>
        </a:spcBef>
        <a:buFont typeface="Arial" panose="020B0604020202020204" pitchFamily="34" charset="0"/>
        <a:buChar char="•"/>
        <a:defRPr sz="4600" kern="1200">
          <a:solidFill>
            <a:schemeClr val="tx1"/>
          </a:solidFill>
          <a:latin typeface="+mn-lt"/>
          <a:ea typeface="+mn-ea"/>
          <a:cs typeface="+mn-cs"/>
        </a:defRPr>
      </a:lvl3pPr>
      <a:lvl4pPr marL="368046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4pPr>
      <a:lvl5pPr marL="473202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5pPr>
      <a:lvl6pPr marL="578358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6pPr>
      <a:lvl7pPr marL="683514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7pPr>
      <a:lvl8pPr marL="788670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8pPr>
      <a:lvl9pPr marL="893826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9pPr>
    </p:bodyStyle>
    <p:otherStyle>
      <a:defPPr>
        <a:defRPr lang="en-US"/>
      </a:defPPr>
      <a:lvl1pPr marL="0" algn="l" defTabSz="2103120" rtl="0" eaLnBrk="1" latinLnBrk="0" hangingPunct="1">
        <a:defRPr sz="4140" kern="1200">
          <a:solidFill>
            <a:schemeClr val="tx1"/>
          </a:solidFill>
          <a:latin typeface="+mn-lt"/>
          <a:ea typeface="+mn-ea"/>
          <a:cs typeface="+mn-cs"/>
        </a:defRPr>
      </a:lvl1pPr>
      <a:lvl2pPr marL="1051560" algn="l" defTabSz="2103120" rtl="0" eaLnBrk="1" latinLnBrk="0" hangingPunct="1">
        <a:defRPr sz="4140" kern="1200">
          <a:solidFill>
            <a:schemeClr val="tx1"/>
          </a:solidFill>
          <a:latin typeface="+mn-lt"/>
          <a:ea typeface="+mn-ea"/>
          <a:cs typeface="+mn-cs"/>
        </a:defRPr>
      </a:lvl2pPr>
      <a:lvl3pPr marL="2103120" algn="l" defTabSz="2103120" rtl="0" eaLnBrk="1" latinLnBrk="0" hangingPunct="1">
        <a:defRPr sz="4140" kern="1200">
          <a:solidFill>
            <a:schemeClr val="tx1"/>
          </a:solidFill>
          <a:latin typeface="+mn-lt"/>
          <a:ea typeface="+mn-ea"/>
          <a:cs typeface="+mn-cs"/>
        </a:defRPr>
      </a:lvl3pPr>
      <a:lvl4pPr marL="3154680" algn="l" defTabSz="2103120" rtl="0" eaLnBrk="1" latinLnBrk="0" hangingPunct="1">
        <a:defRPr sz="4140" kern="1200">
          <a:solidFill>
            <a:schemeClr val="tx1"/>
          </a:solidFill>
          <a:latin typeface="+mn-lt"/>
          <a:ea typeface="+mn-ea"/>
          <a:cs typeface="+mn-cs"/>
        </a:defRPr>
      </a:lvl4pPr>
      <a:lvl5pPr marL="4206240" algn="l" defTabSz="2103120" rtl="0" eaLnBrk="1" latinLnBrk="0" hangingPunct="1">
        <a:defRPr sz="4140" kern="1200">
          <a:solidFill>
            <a:schemeClr val="tx1"/>
          </a:solidFill>
          <a:latin typeface="+mn-lt"/>
          <a:ea typeface="+mn-ea"/>
          <a:cs typeface="+mn-cs"/>
        </a:defRPr>
      </a:lvl5pPr>
      <a:lvl6pPr marL="5257800" algn="l" defTabSz="2103120" rtl="0" eaLnBrk="1" latinLnBrk="0" hangingPunct="1">
        <a:defRPr sz="4140" kern="1200">
          <a:solidFill>
            <a:schemeClr val="tx1"/>
          </a:solidFill>
          <a:latin typeface="+mn-lt"/>
          <a:ea typeface="+mn-ea"/>
          <a:cs typeface="+mn-cs"/>
        </a:defRPr>
      </a:lvl6pPr>
      <a:lvl7pPr marL="6309360" algn="l" defTabSz="2103120" rtl="0" eaLnBrk="1" latinLnBrk="0" hangingPunct="1">
        <a:defRPr sz="4140" kern="1200">
          <a:solidFill>
            <a:schemeClr val="tx1"/>
          </a:solidFill>
          <a:latin typeface="+mn-lt"/>
          <a:ea typeface="+mn-ea"/>
          <a:cs typeface="+mn-cs"/>
        </a:defRPr>
      </a:lvl7pPr>
      <a:lvl8pPr marL="7360920" algn="l" defTabSz="2103120" rtl="0" eaLnBrk="1" latinLnBrk="0" hangingPunct="1">
        <a:defRPr sz="4140" kern="1200">
          <a:solidFill>
            <a:schemeClr val="tx1"/>
          </a:solidFill>
          <a:latin typeface="+mn-lt"/>
          <a:ea typeface="+mn-ea"/>
          <a:cs typeface="+mn-cs"/>
        </a:defRPr>
      </a:lvl8pPr>
      <a:lvl9pPr marL="8412480" algn="l" defTabSz="2103120" rtl="0" eaLnBrk="1" latinLnBrk="0" hangingPunct="1">
        <a:defRPr sz="41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2D050">
            <a:alpha val="35000"/>
          </a:srgbClr>
        </a:solidFill>
        <a:effectLst/>
      </p:bgPr>
    </p:bg>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F612310C-DA8F-1F22-3189-20BCC0016797}"/>
              </a:ext>
            </a:extLst>
          </p:cNvPr>
          <p:cNvGrpSpPr/>
          <p:nvPr/>
        </p:nvGrpSpPr>
        <p:grpSpPr>
          <a:xfrm>
            <a:off x="1090680" y="1132114"/>
            <a:ext cx="19029169" cy="28254331"/>
            <a:chOff x="0" y="-1"/>
            <a:chExt cx="41136063" cy="22648258"/>
          </a:xfrm>
        </p:grpSpPr>
        <p:grpSp>
          <p:nvGrpSpPr>
            <p:cNvPr id="23" name="Group 22">
              <a:extLst>
                <a:ext uri="{FF2B5EF4-FFF2-40B4-BE49-F238E27FC236}">
                  <a16:creationId xmlns:a16="http://schemas.microsoft.com/office/drawing/2014/main" id="{F6FF25C1-E988-0771-3427-B6DD3420AB08}"/>
                </a:ext>
              </a:extLst>
            </p:cNvPr>
            <p:cNvGrpSpPr/>
            <p:nvPr/>
          </p:nvGrpSpPr>
          <p:grpSpPr>
            <a:xfrm>
              <a:off x="0" y="21744764"/>
              <a:ext cx="41136063" cy="903493"/>
              <a:chOff x="0" y="21744764"/>
              <a:chExt cx="41136063" cy="903493"/>
            </a:xfrm>
          </p:grpSpPr>
          <p:sp>
            <p:nvSpPr>
              <p:cNvPr id="11" name="Rectangle 10">
                <a:extLst>
                  <a:ext uri="{FF2B5EF4-FFF2-40B4-BE49-F238E27FC236}">
                    <a16:creationId xmlns:a16="http://schemas.microsoft.com/office/drawing/2014/main" id="{C554668C-2409-2C49-4718-73E55BED6C7E}"/>
                  </a:ext>
                </a:extLst>
              </p:cNvPr>
              <p:cNvSpPr/>
              <p:nvPr/>
            </p:nvSpPr>
            <p:spPr>
              <a:xfrm>
                <a:off x="0" y="21744764"/>
                <a:ext cx="41136063" cy="903493"/>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14" dirty="0"/>
              </a:p>
            </p:txBody>
          </p:sp>
          <p:sp>
            <p:nvSpPr>
              <p:cNvPr id="12" name="TextBox 11">
                <a:extLst>
                  <a:ext uri="{FF2B5EF4-FFF2-40B4-BE49-F238E27FC236}">
                    <a16:creationId xmlns:a16="http://schemas.microsoft.com/office/drawing/2014/main" id="{25CCEBE4-E846-1524-EF98-3A386B6032F3}"/>
                  </a:ext>
                </a:extLst>
              </p:cNvPr>
              <p:cNvSpPr txBox="1"/>
              <p:nvPr/>
            </p:nvSpPr>
            <p:spPr>
              <a:xfrm>
                <a:off x="12084613" y="22010134"/>
                <a:ext cx="24247428" cy="505161"/>
              </a:xfrm>
              <a:prstGeom prst="rect">
                <a:avLst/>
              </a:prstGeom>
              <a:noFill/>
            </p:spPr>
            <p:txBody>
              <a:bodyPr wrap="square">
                <a:spAutoFit/>
              </a:bodyPr>
              <a:lstStyle/>
              <a:p>
                <a:pPr>
                  <a:lnSpc>
                    <a:spcPct val="115000"/>
                  </a:lnSpc>
                  <a:spcAft>
                    <a:spcPts val="272"/>
                  </a:spcAft>
                  <a:tabLst>
                    <a:tab pos="-194758" algn="l"/>
                  </a:tabLst>
                </a:pPr>
                <a:r>
                  <a:rPr lang="en-US" sz="2484"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2484"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2484"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2484"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5B32A5E3-608F-C137-AE4D-917896BA7C63}"/>
                  </a:ext>
                </a:extLst>
              </p:cNvPr>
              <p:cNvPicPr>
                <a:picLocks noChangeAspect="1"/>
              </p:cNvPicPr>
              <p:nvPr/>
            </p:nvPicPr>
            <p:blipFill>
              <a:blip r:embed="rId2"/>
              <a:stretch>
                <a:fillRect/>
              </a:stretch>
            </p:blipFill>
            <p:spPr>
              <a:xfrm>
                <a:off x="36438124" y="21872696"/>
                <a:ext cx="4259027" cy="657867"/>
              </a:xfrm>
              <a:prstGeom prst="rect">
                <a:avLst/>
              </a:prstGeom>
              <a:noFill/>
              <a:ln>
                <a:solidFill>
                  <a:schemeClr val="bg1"/>
                </a:solidFill>
              </a:ln>
            </p:spPr>
          </p:pic>
          <p:pic>
            <p:nvPicPr>
              <p:cNvPr id="16" name="Picture 15">
                <a:extLst>
                  <a:ext uri="{FF2B5EF4-FFF2-40B4-BE49-F238E27FC236}">
                    <a16:creationId xmlns:a16="http://schemas.microsoft.com/office/drawing/2014/main" id="{7B3FFCA0-23AB-2598-B4CB-507D5E35FADF}"/>
                  </a:ext>
                </a:extLst>
              </p:cNvPr>
              <p:cNvPicPr>
                <a:picLocks noChangeAspect="1"/>
              </p:cNvPicPr>
              <p:nvPr/>
            </p:nvPicPr>
            <p:blipFill>
              <a:blip r:embed="rId3"/>
              <a:srcRect l="1685" t="10423" r="3948" b="19663"/>
              <a:stretch>
                <a:fillRect/>
              </a:stretch>
            </p:blipFill>
            <p:spPr>
              <a:xfrm>
                <a:off x="158241" y="21827666"/>
                <a:ext cx="11820288" cy="702897"/>
              </a:xfrm>
              <a:prstGeom prst="rect">
                <a:avLst/>
              </a:prstGeom>
              <a:noFill/>
              <a:ln>
                <a:noFill/>
              </a:ln>
            </p:spPr>
          </p:pic>
        </p:grpSp>
        <p:sp>
          <p:nvSpPr>
            <p:cNvPr id="40" name="Rectangle 39">
              <a:extLst>
                <a:ext uri="{FF2B5EF4-FFF2-40B4-BE49-F238E27FC236}">
                  <a16:creationId xmlns:a16="http://schemas.microsoft.com/office/drawing/2014/main" id="{C077B598-6B03-D513-9E9F-F56389573667}"/>
                </a:ext>
              </a:extLst>
            </p:cNvPr>
            <p:cNvSpPr/>
            <p:nvPr/>
          </p:nvSpPr>
          <p:spPr>
            <a:xfrm>
              <a:off x="0" y="0"/>
              <a:ext cx="41136063" cy="21508230"/>
            </a:xfrm>
            <a:prstGeom prst="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14" dirty="0"/>
            </a:p>
          </p:txBody>
        </p:sp>
      </p:grpSp>
      <p:sp>
        <p:nvSpPr>
          <p:cNvPr id="123" name="main-heading">
            <a:extLst>
              <a:ext uri="{FF2B5EF4-FFF2-40B4-BE49-F238E27FC236}">
                <a16:creationId xmlns:a16="http://schemas.microsoft.com/office/drawing/2014/main" id="{BAD295CA-D987-450F-B045-910B59B97F83}"/>
              </a:ext>
            </a:extLst>
          </p:cNvPr>
          <p:cNvSpPr>
            <a:spLocks noGrp="1"/>
          </p:cNvSpPr>
          <p:nvPr/>
        </p:nvSpPr>
        <p:spPr>
          <a:xfrm>
            <a:off x="1417320" y="1371600"/>
            <a:ext cx="18425160" cy="3794760"/>
          </a:xfrm>
          <a:prstGeom prst="rect">
            <a:avLst/>
          </a:prstGeom>
          <a:noFill/>
          <a:ln w="0">
            <a:noFill/>
            <a:prstDash val="solid"/>
          </a:ln>
        </p:spPr>
        <p:txBody>
          <a:bodyPr wrap="square" lIns="91440" tIns="45720" rIns="91440" bIns="45720">
            <a:noAutofit/>
          </a:bodyPr>
          <a:lstStyle>
            <a:defPPr algn="ctr">
              <a:defRPr sz="8000" b="1">
                <a:solidFill>
                  <a:srgbClr val="EE0000"/>
                </a:solidFill>
                <a:latin typeface="Calibri"/>
                <a:ea typeface="Calibri"/>
                <a:cs typeface="Calibri"/>
              </a:defRPr>
            </a:defPPr>
            <a:lvl1pPr algn="ctr">
              <a:defRPr sz="8000" b="1">
                <a:solidFill>
                  <a:srgbClr val="EE0000"/>
                </a:solidFill>
                <a:latin typeface="Calibri"/>
                <a:ea typeface="Calibri"/>
                <a:cs typeface="Calibri"/>
              </a:defRPr>
            </a:lvl1pPr>
            <a:lvl2pPr algn="ctr">
              <a:defRPr sz="8000" b="1">
                <a:solidFill>
                  <a:srgbClr val="EE0000"/>
                </a:solidFill>
                <a:latin typeface="Calibri"/>
                <a:ea typeface="Calibri"/>
                <a:cs typeface="Calibri"/>
              </a:defRPr>
            </a:lvl2pPr>
            <a:lvl3pPr algn="ctr">
              <a:defRPr sz="8000" b="1">
                <a:solidFill>
                  <a:srgbClr val="EE0000"/>
                </a:solidFill>
                <a:latin typeface="Calibri"/>
                <a:ea typeface="Calibri"/>
                <a:cs typeface="Calibri"/>
              </a:defRPr>
            </a:lvl3pPr>
            <a:lvl4pPr algn="ctr">
              <a:defRPr sz="8000" b="1">
                <a:solidFill>
                  <a:srgbClr val="EE0000"/>
                </a:solidFill>
                <a:latin typeface="Calibri"/>
                <a:ea typeface="Calibri"/>
                <a:cs typeface="Calibri"/>
              </a:defRPr>
            </a:lvl4pPr>
            <a:lvl5pPr algn="ctr">
              <a:defRPr sz="8000" b="1">
                <a:solidFill>
                  <a:srgbClr val="EE0000"/>
                </a:solidFill>
                <a:latin typeface="Calibri"/>
                <a:ea typeface="Calibri"/>
                <a:cs typeface="Calibri"/>
              </a:defRPr>
            </a:lvl5pPr>
            <a:lvl6pPr algn="ctr">
              <a:defRPr sz="8000" b="1">
                <a:solidFill>
                  <a:srgbClr val="EE0000"/>
                </a:solidFill>
                <a:latin typeface="Calibri"/>
                <a:ea typeface="Calibri"/>
                <a:cs typeface="Calibri"/>
              </a:defRPr>
            </a:lvl6pPr>
            <a:lvl7pPr algn="ctr">
              <a:defRPr sz="8000" b="1">
                <a:solidFill>
                  <a:srgbClr val="EE0000"/>
                </a:solidFill>
                <a:latin typeface="Calibri"/>
                <a:ea typeface="Calibri"/>
                <a:cs typeface="Calibri"/>
              </a:defRPr>
            </a:lvl7pPr>
            <a:lvl8pPr algn="ctr">
              <a:defRPr sz="8000" b="1">
                <a:solidFill>
                  <a:srgbClr val="EE0000"/>
                </a:solidFill>
                <a:latin typeface="Calibri"/>
                <a:ea typeface="Calibri"/>
                <a:cs typeface="Calibri"/>
              </a:defRPr>
            </a:lvl8pPr>
            <a:lvl9pPr algn="ctr">
              <a:defRPr sz="8000" b="1">
                <a:solidFill>
                  <a:srgbClr val="EE0000"/>
                </a:solidFill>
                <a:latin typeface="Calibri"/>
                <a:ea typeface="Calibri"/>
                <a:cs typeface="Calibri"/>
              </a:defRPr>
            </a:lvl9pPr>
          </a:lstStyle>
          <a:p>
            <a:pPr algn="ctr">
              <a:defRPr sz="8000" b="1">
                <a:solidFill>
                  <a:srgbClr val="EE0000"/>
                </a:solidFill>
                <a:latin typeface="Calibri"/>
                <a:ea typeface="Calibri"/>
                <a:cs typeface="Calibri"/>
              </a:defRPr>
            </a:pPr>
            <a:r>
              <a:rPr sz="8000" b="1">
                <a:solidFill>
                  <a:srgbClr val="EE0000"/>
                </a:solidFill>
                <a:latin typeface="Calibri"/>
                <a:ea typeface="Calibri"/>
                <a:cs typeface="Calibri"/>
              </a:rPr>
              <a:t>Chromosome 9 Variant Annotation Profiles Across Public Acute Leukemia Sequencing Datasets</a:t>
            </a:r>
          </a:p>
        </p:txBody>
      </p:sp>
      <p:sp>
        <p:nvSpPr>
          <p:cNvPr id="102" name="authors">
            <a:extLst>
              <a:ext uri="{FF2B5EF4-FFF2-40B4-BE49-F238E27FC236}">
                <a16:creationId xmlns:a16="http://schemas.microsoft.com/office/drawing/2014/main" id="{C82F046B-9A04-4F4B-B318-444C5466009C}"/>
              </a:ext>
            </a:extLst>
          </p:cNvPr>
          <p:cNvSpPr>
            <a:spLocks noGrp="1"/>
          </p:cNvSpPr>
          <p:nvPr/>
        </p:nvSpPr>
        <p:spPr>
          <a:xfrm>
            <a:off x="1417320" y="5120640"/>
            <a:ext cx="18425160" cy="2011680"/>
          </a:xfrm>
          <a:prstGeom prst="rect">
            <a:avLst/>
          </a:prstGeom>
          <a:noFill/>
          <a:ln w="0">
            <a:noFill/>
            <a:prstDash val="solid"/>
          </a:ln>
        </p:spPr>
        <p:txBody>
          <a:bodyPr wrap="square" lIns="91440" tIns="45720" rIns="91440" bIns="45720">
            <a:noAutofit/>
          </a:bodyPr>
          <a:lstStyle>
            <a:defPPr algn="ctr">
              <a:defRPr sz="3200" b="1">
                <a:solidFill>
                  <a:srgbClr val="000000"/>
                </a:solidFill>
                <a:latin typeface="Calibri"/>
                <a:ea typeface="Calibri"/>
                <a:cs typeface="Calibri"/>
              </a:defRPr>
            </a:defPPr>
            <a:lvl1pPr algn="ctr">
              <a:defRPr sz="3200" b="1">
                <a:solidFill>
                  <a:srgbClr val="000000"/>
                </a:solidFill>
                <a:latin typeface="Calibri"/>
                <a:ea typeface="Calibri"/>
                <a:cs typeface="Calibri"/>
              </a:defRPr>
            </a:lvl1pPr>
            <a:lvl2pPr algn="ctr">
              <a:defRPr sz="3200" b="1">
                <a:solidFill>
                  <a:srgbClr val="000000"/>
                </a:solidFill>
                <a:latin typeface="Calibri"/>
                <a:ea typeface="Calibri"/>
                <a:cs typeface="Calibri"/>
              </a:defRPr>
            </a:lvl2pPr>
            <a:lvl3pPr algn="ctr">
              <a:defRPr sz="3200" b="1">
                <a:solidFill>
                  <a:srgbClr val="000000"/>
                </a:solidFill>
                <a:latin typeface="Calibri"/>
                <a:ea typeface="Calibri"/>
                <a:cs typeface="Calibri"/>
              </a:defRPr>
            </a:lvl3pPr>
            <a:lvl4pPr algn="ctr">
              <a:defRPr sz="3200" b="1">
                <a:solidFill>
                  <a:srgbClr val="000000"/>
                </a:solidFill>
                <a:latin typeface="Calibri"/>
                <a:ea typeface="Calibri"/>
                <a:cs typeface="Calibri"/>
              </a:defRPr>
            </a:lvl4pPr>
            <a:lvl5pPr algn="ctr">
              <a:defRPr sz="3200" b="1">
                <a:solidFill>
                  <a:srgbClr val="000000"/>
                </a:solidFill>
                <a:latin typeface="Calibri"/>
                <a:ea typeface="Calibri"/>
                <a:cs typeface="Calibri"/>
              </a:defRPr>
            </a:lvl5pPr>
            <a:lvl6pPr algn="ctr">
              <a:defRPr sz="3200" b="1">
                <a:solidFill>
                  <a:srgbClr val="000000"/>
                </a:solidFill>
                <a:latin typeface="Calibri"/>
                <a:ea typeface="Calibri"/>
                <a:cs typeface="Calibri"/>
              </a:defRPr>
            </a:lvl6pPr>
            <a:lvl7pPr algn="ctr">
              <a:defRPr sz="3200" b="1">
                <a:solidFill>
                  <a:srgbClr val="000000"/>
                </a:solidFill>
                <a:latin typeface="Calibri"/>
                <a:ea typeface="Calibri"/>
                <a:cs typeface="Calibri"/>
              </a:defRPr>
            </a:lvl7pPr>
            <a:lvl8pPr algn="ctr">
              <a:defRPr sz="3200" b="1">
                <a:solidFill>
                  <a:srgbClr val="000000"/>
                </a:solidFill>
                <a:latin typeface="Calibri"/>
                <a:ea typeface="Calibri"/>
                <a:cs typeface="Calibri"/>
              </a:defRPr>
            </a:lvl8pPr>
            <a:lvl9pPr algn="ctr">
              <a:defRPr sz="3200" b="1">
                <a:solidFill>
                  <a:srgbClr val="000000"/>
                </a:solidFill>
                <a:latin typeface="Calibri"/>
                <a:ea typeface="Calibri"/>
                <a:cs typeface="Calibri"/>
              </a:defRPr>
            </a:lvl9pPr>
          </a:lstStyle>
          <a:p>
            <a:pPr algn="ctr">
              <a:defRPr sz="3200" b="1">
                <a:solidFill>
                  <a:srgbClr val="000000"/>
                </a:solidFill>
                <a:latin typeface="Calibri"/>
                <a:ea typeface="Calibri"/>
                <a:cs typeface="Calibri"/>
              </a:defRPr>
            </a:pPr>
            <a:r>
              <a:rPr sz="3200" b="1">
                <a:solidFill>
                  <a:srgbClr val="000000"/>
                </a:solidFill>
                <a:latin typeface="Calibri"/>
                <a:ea typeface="Calibri"/>
                <a:cs typeface="Calibri"/>
              </a:rPr>
              <a:t>Progress Ajayi¹, Aanuoluwa Temitayo Iyiola², Mehwish Fatima³, Samson Oluwasefunmi Ejigbo⁴,</a:t>
            </a:r>
          </a:p>
          <a:p>
            <a:pPr algn="ctr">
              <a:defRPr sz="3200" b="1">
                <a:solidFill>
                  <a:srgbClr val="000000"/>
                </a:solidFill>
                <a:latin typeface="Calibri"/>
                <a:ea typeface="Calibri"/>
                <a:cs typeface="Calibri"/>
              </a:defRPr>
            </a:pPr>
            <a:r>
              <a:rPr sz="3200" b="1">
                <a:solidFill>
                  <a:srgbClr val="000000"/>
                </a:solidFill>
                <a:latin typeface="Calibri"/>
                <a:ea typeface="Calibri"/>
                <a:cs typeface="Calibri"/>
              </a:rPr>
              <a:t>Lilian Chinonso Okoro⁵, Oluomachi Nancy Uchenna⁶, Enoch Oluwaseun Aderemi⁷,</a:t>
            </a:r>
          </a:p>
          <a:p>
            <a:pPr algn="ctr">
              <a:defRPr sz="3200" b="1">
                <a:solidFill>
                  <a:srgbClr val="000000"/>
                </a:solidFill>
                <a:latin typeface="Calibri"/>
                <a:ea typeface="Calibri"/>
                <a:cs typeface="Calibri"/>
              </a:defRPr>
            </a:pPr>
            <a:r>
              <a:rPr sz="3200" b="1">
                <a:solidFill>
                  <a:srgbClr val="000000"/>
                </a:solidFill>
                <a:latin typeface="Calibri"/>
                <a:ea typeface="Calibri"/>
                <a:cs typeface="Calibri"/>
              </a:rPr>
              <a:t>Angella Namuyanja⁸, Blessing Opeyemi Afolabi⁹</a:t>
            </a:r>
          </a:p>
        </p:txBody>
      </p:sp>
      <p:sp>
        <p:nvSpPr>
          <p:cNvPr id="103" name="affiliations">
            <a:extLst>
              <a:ext uri="{FF2B5EF4-FFF2-40B4-BE49-F238E27FC236}">
                <a16:creationId xmlns:a16="http://schemas.microsoft.com/office/drawing/2014/main" id="{03430CE4-BCFA-4824-8A4A-D5E5AD49A4EF}"/>
              </a:ext>
            </a:extLst>
          </p:cNvPr>
          <p:cNvSpPr>
            <a:spLocks noGrp="1"/>
          </p:cNvSpPr>
          <p:nvPr/>
        </p:nvSpPr>
        <p:spPr>
          <a:xfrm>
            <a:off x="1417320" y="7315200"/>
            <a:ext cx="18425160" cy="2926080"/>
          </a:xfrm>
          <a:prstGeom prst="rect">
            <a:avLst/>
          </a:prstGeom>
          <a:noFill/>
          <a:ln w="0">
            <a:noFill/>
            <a:prstDash val="solid"/>
          </a:ln>
        </p:spPr>
        <p:txBody>
          <a:bodyPr wrap="square" lIns="91440" tIns="45720" rIns="91440" bIns="45720">
            <a:noAutofit/>
          </a:bodyPr>
          <a:lstStyle>
            <a:defPPr algn="ctr">
              <a:defRPr sz="3200" b="0">
                <a:solidFill>
                  <a:srgbClr val="000000"/>
                </a:solidFill>
                <a:latin typeface="Calibri"/>
                <a:ea typeface="Calibri"/>
                <a:cs typeface="Calibri"/>
              </a:defRPr>
            </a:defPPr>
            <a:lvl1pPr algn="ctr">
              <a:defRPr sz="3200" b="0">
                <a:solidFill>
                  <a:srgbClr val="000000"/>
                </a:solidFill>
                <a:latin typeface="Calibri"/>
                <a:ea typeface="Calibri"/>
                <a:cs typeface="Calibri"/>
              </a:defRPr>
            </a:lvl1pPr>
            <a:lvl2pPr algn="ctr">
              <a:defRPr sz="3200" b="0">
                <a:solidFill>
                  <a:srgbClr val="000000"/>
                </a:solidFill>
                <a:latin typeface="Calibri"/>
                <a:ea typeface="Calibri"/>
                <a:cs typeface="Calibri"/>
              </a:defRPr>
            </a:lvl2pPr>
            <a:lvl3pPr algn="ctr">
              <a:defRPr sz="3200" b="0">
                <a:solidFill>
                  <a:srgbClr val="000000"/>
                </a:solidFill>
                <a:latin typeface="Calibri"/>
                <a:ea typeface="Calibri"/>
                <a:cs typeface="Calibri"/>
              </a:defRPr>
            </a:lvl3pPr>
            <a:lvl4pPr algn="ctr">
              <a:defRPr sz="3200" b="0">
                <a:solidFill>
                  <a:srgbClr val="000000"/>
                </a:solidFill>
                <a:latin typeface="Calibri"/>
                <a:ea typeface="Calibri"/>
                <a:cs typeface="Calibri"/>
              </a:defRPr>
            </a:lvl4pPr>
            <a:lvl5pPr algn="ctr">
              <a:defRPr sz="3200" b="0">
                <a:solidFill>
                  <a:srgbClr val="000000"/>
                </a:solidFill>
                <a:latin typeface="Calibri"/>
                <a:ea typeface="Calibri"/>
                <a:cs typeface="Calibri"/>
              </a:defRPr>
            </a:lvl5pPr>
            <a:lvl6pPr algn="ctr">
              <a:defRPr sz="3200" b="0">
                <a:solidFill>
                  <a:srgbClr val="000000"/>
                </a:solidFill>
                <a:latin typeface="Calibri"/>
                <a:ea typeface="Calibri"/>
                <a:cs typeface="Calibri"/>
              </a:defRPr>
            </a:lvl6pPr>
            <a:lvl7pPr algn="ctr">
              <a:defRPr sz="3200" b="0">
                <a:solidFill>
                  <a:srgbClr val="000000"/>
                </a:solidFill>
                <a:latin typeface="Calibri"/>
                <a:ea typeface="Calibri"/>
                <a:cs typeface="Calibri"/>
              </a:defRPr>
            </a:lvl7pPr>
            <a:lvl8pPr algn="ctr">
              <a:defRPr sz="3200" b="0">
                <a:solidFill>
                  <a:srgbClr val="000000"/>
                </a:solidFill>
                <a:latin typeface="Calibri"/>
                <a:ea typeface="Calibri"/>
                <a:cs typeface="Calibri"/>
              </a:defRPr>
            </a:lvl8pPr>
            <a:lvl9pPr algn="ctr">
              <a:defRPr sz="3200" b="0">
                <a:solidFill>
                  <a:srgbClr val="000000"/>
                </a:solidFill>
                <a:latin typeface="Calibri"/>
                <a:ea typeface="Calibri"/>
                <a:cs typeface="Calibri"/>
              </a:defRPr>
            </a:lvl9pPr>
          </a:lstStyle>
          <a:p>
            <a:pPr algn="ctr">
              <a:defRPr sz="3200" b="0">
                <a:solidFill>
                  <a:srgbClr val="000000"/>
                </a:solidFill>
                <a:latin typeface="Calibri"/>
                <a:ea typeface="Calibri"/>
                <a:cs typeface="Calibri"/>
              </a:defRPr>
            </a:pPr>
            <a:r>
              <a:rPr sz="3200" b="0">
                <a:solidFill>
                  <a:srgbClr val="000000"/>
                </a:solidFill>
                <a:latin typeface="Calibri"/>
                <a:ea typeface="Calibri"/>
                <a:cs typeface="Calibri"/>
              </a:rPr>
              <a:t>¹ Biological Sciences, Lead City University, Ibadan; ² Federal University of Technology, Minna;</a:t>
            </a:r>
          </a:p>
          <a:p>
            <a:pPr algn="ctr">
              <a:defRPr sz="3200" b="0">
                <a:solidFill>
                  <a:srgbClr val="000000"/>
                </a:solidFill>
                <a:latin typeface="Calibri"/>
                <a:ea typeface="Calibri"/>
                <a:cs typeface="Calibri"/>
              </a:defRPr>
            </a:pPr>
            <a:r>
              <a:rPr sz="3200" b="0">
                <a:solidFill>
                  <a:srgbClr val="000000"/>
                </a:solidFill>
                <a:latin typeface="Calibri"/>
                <a:ea typeface="Calibri"/>
                <a:cs typeface="Calibri"/>
              </a:rPr>
              <a:t>³ Muhammad Ali Jinnah University, Pakistan; ⁴ Adekunle Ajasin University, Akungba-Akoko;</a:t>
            </a:r>
          </a:p>
          <a:p>
            <a:pPr algn="ctr">
              <a:defRPr sz="3200" b="0">
                <a:solidFill>
                  <a:srgbClr val="000000"/>
                </a:solidFill>
                <a:latin typeface="Calibri"/>
                <a:ea typeface="Calibri"/>
                <a:cs typeface="Calibri"/>
              </a:defRPr>
            </a:pPr>
            <a:r>
              <a:rPr sz="3200" b="0">
                <a:solidFill>
                  <a:srgbClr val="000000"/>
                </a:solidFill>
                <a:latin typeface="Calibri"/>
                <a:ea typeface="Calibri"/>
                <a:cs typeface="Calibri"/>
              </a:rPr>
              <a:t>⁵ Laboratory Services, Iwosan Lagoon Hospitals, Lagos, Nigeria;</a:t>
            </a:r>
          </a:p>
          <a:p>
            <a:pPr algn="ctr">
              <a:defRPr sz="3200" b="0">
                <a:solidFill>
                  <a:srgbClr val="000000"/>
                </a:solidFill>
                <a:latin typeface="Calibri"/>
                <a:ea typeface="Calibri"/>
                <a:cs typeface="Calibri"/>
              </a:defRPr>
            </a:pPr>
            <a:r>
              <a:rPr sz="3200" b="0">
                <a:solidFill>
                  <a:srgbClr val="000000"/>
                </a:solidFill>
                <a:latin typeface="Calibri"/>
                <a:ea typeface="Calibri"/>
                <a:cs typeface="Calibri"/>
              </a:rPr>
              <a:t>⁶ Biochemistry, Michael Okpara University of Agriculture, Umudike, Abia State, Nigeria;</a:t>
            </a:r>
          </a:p>
          <a:p>
            <a:pPr algn="ctr">
              <a:defRPr sz="3200" b="0">
                <a:solidFill>
                  <a:srgbClr val="000000"/>
                </a:solidFill>
                <a:latin typeface="Calibri"/>
                <a:ea typeface="Calibri"/>
                <a:cs typeface="Calibri"/>
              </a:defRPr>
            </a:pPr>
            <a:r>
              <a:rPr sz="3200" b="0">
                <a:solidFill>
                  <a:srgbClr val="000000"/>
                </a:solidFill>
                <a:latin typeface="Calibri"/>
                <a:ea typeface="Calibri"/>
                <a:cs typeface="Calibri"/>
              </a:rPr>
              <a:t>⁷ Federal University, Oye-Ekiti; ⁸ MRC/UVRI and LSHTM Uganda Research Unit, Entebbe, Uganda;</a:t>
            </a:r>
          </a:p>
          <a:p>
            <a:pPr algn="ctr">
              <a:defRPr sz="3200" b="0">
                <a:solidFill>
                  <a:srgbClr val="000000"/>
                </a:solidFill>
                <a:latin typeface="Calibri"/>
                <a:ea typeface="Calibri"/>
                <a:cs typeface="Calibri"/>
              </a:defRPr>
            </a:pPr>
            <a:r>
              <a:rPr sz="3200" b="0">
                <a:solidFill>
                  <a:srgbClr val="000000"/>
                </a:solidFill>
                <a:latin typeface="Calibri"/>
                <a:ea typeface="Calibri"/>
                <a:cs typeface="Calibri"/>
              </a:rPr>
              <a:t>⁹ Genomac Labs, Institute of Biochemistry, Molecular Biology and Biotechnology</a:t>
            </a:r>
          </a:p>
        </p:txBody>
      </p:sp>
      <p:sp>
        <p:nvSpPr>
          <p:cNvPr id="104" name="contact">
            <a:extLst>
              <a:ext uri="{FF2B5EF4-FFF2-40B4-BE49-F238E27FC236}">
                <a16:creationId xmlns:a16="http://schemas.microsoft.com/office/drawing/2014/main" id="{95883ACF-15FB-4D86-B785-1B8DF9995C21}"/>
              </a:ext>
            </a:extLst>
          </p:cNvPr>
          <p:cNvSpPr>
            <a:spLocks noGrp="1"/>
          </p:cNvSpPr>
          <p:nvPr/>
        </p:nvSpPr>
        <p:spPr>
          <a:xfrm>
            <a:off x="1417320" y="10241280"/>
            <a:ext cx="18425160" cy="594360"/>
          </a:xfrm>
          <a:prstGeom prst="rect">
            <a:avLst/>
          </a:prstGeom>
          <a:noFill/>
          <a:ln w="0">
            <a:noFill/>
            <a:prstDash val="solid"/>
          </a:ln>
        </p:spPr>
        <p:txBody>
          <a:bodyPr wrap="square" lIns="91440" tIns="45720" rIns="91440" bIns="45720">
            <a:noAutofit/>
          </a:bodyPr>
          <a:lstStyle>
            <a:defPPr algn="ctr">
              <a:defRPr sz="3200" b="1">
                <a:solidFill>
                  <a:srgbClr val="000000"/>
                </a:solidFill>
                <a:latin typeface="Calibri"/>
                <a:ea typeface="Calibri"/>
                <a:cs typeface="Calibri"/>
              </a:defRPr>
            </a:defPPr>
            <a:lvl1pPr algn="ctr">
              <a:defRPr sz="3200" b="1">
                <a:solidFill>
                  <a:srgbClr val="000000"/>
                </a:solidFill>
                <a:latin typeface="Calibri"/>
                <a:ea typeface="Calibri"/>
                <a:cs typeface="Calibri"/>
              </a:defRPr>
            </a:lvl1pPr>
            <a:lvl2pPr algn="ctr">
              <a:defRPr sz="3200" b="1">
                <a:solidFill>
                  <a:srgbClr val="000000"/>
                </a:solidFill>
                <a:latin typeface="Calibri"/>
                <a:ea typeface="Calibri"/>
                <a:cs typeface="Calibri"/>
              </a:defRPr>
            </a:lvl2pPr>
            <a:lvl3pPr algn="ctr">
              <a:defRPr sz="3200" b="1">
                <a:solidFill>
                  <a:srgbClr val="000000"/>
                </a:solidFill>
                <a:latin typeface="Calibri"/>
                <a:ea typeface="Calibri"/>
                <a:cs typeface="Calibri"/>
              </a:defRPr>
            </a:lvl3pPr>
            <a:lvl4pPr algn="ctr">
              <a:defRPr sz="3200" b="1">
                <a:solidFill>
                  <a:srgbClr val="000000"/>
                </a:solidFill>
                <a:latin typeface="Calibri"/>
                <a:ea typeface="Calibri"/>
                <a:cs typeface="Calibri"/>
              </a:defRPr>
            </a:lvl4pPr>
            <a:lvl5pPr algn="ctr">
              <a:defRPr sz="3200" b="1">
                <a:solidFill>
                  <a:srgbClr val="000000"/>
                </a:solidFill>
                <a:latin typeface="Calibri"/>
                <a:ea typeface="Calibri"/>
                <a:cs typeface="Calibri"/>
              </a:defRPr>
            </a:lvl5pPr>
            <a:lvl6pPr algn="ctr">
              <a:defRPr sz="3200" b="1">
                <a:solidFill>
                  <a:srgbClr val="000000"/>
                </a:solidFill>
                <a:latin typeface="Calibri"/>
                <a:ea typeface="Calibri"/>
                <a:cs typeface="Calibri"/>
              </a:defRPr>
            </a:lvl6pPr>
            <a:lvl7pPr algn="ctr">
              <a:defRPr sz="3200" b="1">
                <a:solidFill>
                  <a:srgbClr val="000000"/>
                </a:solidFill>
                <a:latin typeface="Calibri"/>
                <a:ea typeface="Calibri"/>
                <a:cs typeface="Calibri"/>
              </a:defRPr>
            </a:lvl7pPr>
            <a:lvl8pPr algn="ctr">
              <a:defRPr sz="3200" b="1">
                <a:solidFill>
                  <a:srgbClr val="000000"/>
                </a:solidFill>
                <a:latin typeface="Calibri"/>
                <a:ea typeface="Calibri"/>
                <a:cs typeface="Calibri"/>
              </a:defRPr>
            </a:lvl8pPr>
            <a:lvl9pPr algn="ctr">
              <a:defRPr sz="3200" b="1">
                <a:solidFill>
                  <a:srgbClr val="000000"/>
                </a:solidFill>
                <a:latin typeface="Calibri"/>
                <a:ea typeface="Calibri"/>
                <a:cs typeface="Calibri"/>
              </a:defRPr>
            </a:lvl9pPr>
          </a:lstStyle>
          <a:p>
            <a:pPr algn="ctr">
              <a:defRPr sz="3200" b="1">
                <a:solidFill>
                  <a:srgbClr val="000000"/>
                </a:solidFill>
                <a:latin typeface="Calibri"/>
                <a:ea typeface="Calibri"/>
                <a:cs typeface="Calibri"/>
              </a:defRPr>
            </a:pPr>
            <a:r>
              <a:rPr sz="3200" b="1">
                <a:solidFill>
                  <a:srgbClr val="000000"/>
                </a:solidFill>
                <a:latin typeface="Calibri"/>
                <a:ea typeface="Calibri"/>
                <a:cs typeface="Calibri"/>
              </a:rPr>
              <a:t>Corresponding author: Blessing Opeyemi Afolabi</a:t>
            </a:r>
          </a:p>
        </p:txBody>
      </p:sp>
      <p:sp>
        <p:nvSpPr>
          <p:cNvPr id="105" name="section-heading">
            <a:extLst>
              <a:ext uri="{FF2B5EF4-FFF2-40B4-BE49-F238E27FC236}">
                <a16:creationId xmlns:a16="http://schemas.microsoft.com/office/drawing/2014/main" id="{7CEED37E-7AB2-47A0-AB3D-B4CED51690DF}"/>
              </a:ext>
            </a:extLst>
          </p:cNvPr>
          <p:cNvSpPr>
            <a:spLocks noGrp="1"/>
          </p:cNvSpPr>
          <p:nvPr/>
        </p:nvSpPr>
        <p:spPr>
          <a:xfrm>
            <a:off x="1417320" y="11247120"/>
            <a:ext cx="9006840" cy="777240"/>
          </a:xfrm>
          <a:prstGeom prst="rect">
            <a:avLst/>
          </a:prstGeom>
          <a:noFill/>
          <a:ln w="0">
            <a:noFill/>
            <a:prstDash val="solid"/>
          </a:ln>
        </p:spPr>
        <p:txBody>
          <a:bodyPr wrap="square" lIns="91440" tIns="45720" rIns="91440" bIns="45720">
            <a:noAutofit/>
          </a:bodyPr>
          <a:lstStyle>
            <a:defPPr algn="l">
              <a:defRPr sz="4800" b="1">
                <a:solidFill>
                  <a:srgbClr val="EE0000"/>
                </a:solidFill>
                <a:latin typeface="Calibri"/>
                <a:ea typeface="Calibri"/>
                <a:cs typeface="Calibri"/>
              </a:defRPr>
            </a:defPPr>
            <a:lvl1pPr algn="l">
              <a:defRPr sz="4800" b="1">
                <a:solidFill>
                  <a:srgbClr val="EE0000"/>
                </a:solidFill>
                <a:latin typeface="Calibri"/>
                <a:ea typeface="Calibri"/>
                <a:cs typeface="Calibri"/>
              </a:defRPr>
            </a:lvl1pPr>
            <a:lvl2pPr algn="l">
              <a:defRPr sz="4800" b="1">
                <a:solidFill>
                  <a:srgbClr val="EE0000"/>
                </a:solidFill>
                <a:latin typeface="Calibri"/>
                <a:ea typeface="Calibri"/>
                <a:cs typeface="Calibri"/>
              </a:defRPr>
            </a:lvl2pPr>
            <a:lvl3pPr algn="l">
              <a:defRPr sz="4800" b="1">
                <a:solidFill>
                  <a:srgbClr val="EE0000"/>
                </a:solidFill>
                <a:latin typeface="Calibri"/>
                <a:ea typeface="Calibri"/>
                <a:cs typeface="Calibri"/>
              </a:defRPr>
            </a:lvl3pPr>
            <a:lvl4pPr algn="l">
              <a:defRPr sz="4800" b="1">
                <a:solidFill>
                  <a:srgbClr val="EE0000"/>
                </a:solidFill>
                <a:latin typeface="Calibri"/>
                <a:ea typeface="Calibri"/>
                <a:cs typeface="Calibri"/>
              </a:defRPr>
            </a:lvl4pPr>
            <a:lvl5pPr algn="l">
              <a:defRPr sz="4800" b="1">
                <a:solidFill>
                  <a:srgbClr val="EE0000"/>
                </a:solidFill>
                <a:latin typeface="Calibri"/>
                <a:ea typeface="Calibri"/>
                <a:cs typeface="Calibri"/>
              </a:defRPr>
            </a:lvl5pPr>
            <a:lvl6pPr algn="l">
              <a:defRPr sz="4800" b="1">
                <a:solidFill>
                  <a:srgbClr val="EE0000"/>
                </a:solidFill>
                <a:latin typeface="Calibri"/>
                <a:ea typeface="Calibri"/>
                <a:cs typeface="Calibri"/>
              </a:defRPr>
            </a:lvl6pPr>
            <a:lvl7pPr algn="l">
              <a:defRPr sz="4800" b="1">
                <a:solidFill>
                  <a:srgbClr val="EE0000"/>
                </a:solidFill>
                <a:latin typeface="Calibri"/>
                <a:ea typeface="Calibri"/>
                <a:cs typeface="Calibri"/>
              </a:defRPr>
            </a:lvl7pPr>
            <a:lvl8pPr algn="l">
              <a:defRPr sz="4800" b="1">
                <a:solidFill>
                  <a:srgbClr val="EE0000"/>
                </a:solidFill>
                <a:latin typeface="Calibri"/>
                <a:ea typeface="Calibri"/>
                <a:cs typeface="Calibri"/>
              </a:defRPr>
            </a:lvl8pPr>
            <a:lvl9pPr algn="l">
              <a:defRPr sz="4800" b="1">
                <a:solidFill>
                  <a:srgbClr val="EE0000"/>
                </a:solidFill>
                <a:latin typeface="Calibri"/>
                <a:ea typeface="Calibri"/>
                <a:cs typeface="Calibri"/>
              </a:defRPr>
            </a:lvl9pPr>
          </a:lstStyle>
          <a:p>
            <a:pPr algn="l">
              <a:defRPr sz="4800" b="1">
                <a:solidFill>
                  <a:srgbClr val="EE0000"/>
                </a:solidFill>
                <a:latin typeface="Calibri"/>
                <a:ea typeface="Calibri"/>
                <a:cs typeface="Calibri"/>
              </a:defRPr>
            </a:pPr>
            <a:r>
              <a:rPr sz="4800" b="1">
                <a:solidFill>
                  <a:srgbClr val="EE0000"/>
                </a:solidFill>
                <a:latin typeface="Calibri"/>
                <a:ea typeface="Calibri"/>
                <a:cs typeface="Calibri"/>
              </a:rPr>
              <a:t>Introduction and Objective</a:t>
            </a:r>
          </a:p>
        </p:txBody>
      </p:sp>
      <p:sp>
        <p:nvSpPr>
          <p:cNvPr id="106" name="body">
            <a:extLst>
              <a:ext uri="{FF2B5EF4-FFF2-40B4-BE49-F238E27FC236}">
                <a16:creationId xmlns:a16="http://schemas.microsoft.com/office/drawing/2014/main" id="{583A0BD8-C9AC-4B14-A809-82420731A96E}"/>
              </a:ext>
            </a:extLst>
          </p:cNvPr>
          <p:cNvSpPr>
            <a:spLocks noGrp="1"/>
          </p:cNvSpPr>
          <p:nvPr/>
        </p:nvSpPr>
        <p:spPr>
          <a:xfrm>
            <a:off x="1417320" y="12207240"/>
            <a:ext cx="9006840" cy="338328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Chromosome 9 contains leukemia-associated loci, including PAX5. We compared acute myeloid leukemia (AML) and acute lymphoblastic leukemia (ALL) annotation profiles. Platform, library design and chromosome coverage affect interpretation. REH resources include repeated sequencing of one source [1, 2].</a:t>
            </a:r>
          </a:p>
        </p:txBody>
      </p:sp>
      <p:sp>
        <p:nvSpPr>
          <p:cNvPr id="107" name="body">
            <a:extLst>
              <a:ext uri="{FF2B5EF4-FFF2-40B4-BE49-F238E27FC236}">
                <a16:creationId xmlns:a16="http://schemas.microsoft.com/office/drawing/2014/main" id="{A84996D7-0BEC-49C7-9678-4FDBF644514B}"/>
              </a:ext>
            </a:extLst>
          </p:cNvPr>
          <p:cNvSpPr>
            <a:spLocks noGrp="1"/>
          </p:cNvSpPr>
          <p:nvPr/>
        </p:nvSpPr>
        <p:spPr>
          <a:xfrm>
            <a:off x="1417320" y="15773400"/>
            <a:ext cx="9006840" cy="2011680"/>
          </a:xfrm>
          <a:prstGeom prst="rect">
            <a:avLst/>
          </a:prstGeom>
          <a:noFill/>
          <a:ln w="0">
            <a:noFill/>
            <a:prstDash val="solid"/>
          </a:ln>
        </p:spPr>
        <p:txBody>
          <a:bodyPr wrap="square" lIns="91440" tIns="45720" rIns="91440" bIns="45720">
            <a:noAutofit/>
          </a:bodyPr>
          <a:lstStyle>
            <a:defPPr algn="l">
              <a:defRPr sz="3200" b="1">
                <a:solidFill>
                  <a:srgbClr val="000000"/>
                </a:solidFill>
                <a:latin typeface="Calibri"/>
                <a:ea typeface="Calibri"/>
                <a:cs typeface="Calibri"/>
              </a:defRPr>
            </a:defPPr>
            <a:lvl1pPr algn="l">
              <a:defRPr sz="3200" b="1">
                <a:solidFill>
                  <a:srgbClr val="000000"/>
                </a:solidFill>
                <a:latin typeface="Calibri"/>
                <a:ea typeface="Calibri"/>
                <a:cs typeface="Calibri"/>
              </a:defRPr>
            </a:lvl1pPr>
            <a:lvl2pPr algn="l">
              <a:defRPr sz="3200" b="1">
                <a:solidFill>
                  <a:srgbClr val="000000"/>
                </a:solidFill>
                <a:latin typeface="Calibri"/>
                <a:ea typeface="Calibri"/>
                <a:cs typeface="Calibri"/>
              </a:defRPr>
            </a:lvl2pPr>
            <a:lvl3pPr algn="l">
              <a:defRPr sz="3200" b="1">
                <a:solidFill>
                  <a:srgbClr val="000000"/>
                </a:solidFill>
                <a:latin typeface="Calibri"/>
                <a:ea typeface="Calibri"/>
                <a:cs typeface="Calibri"/>
              </a:defRPr>
            </a:lvl3pPr>
            <a:lvl4pPr algn="l">
              <a:defRPr sz="3200" b="1">
                <a:solidFill>
                  <a:srgbClr val="000000"/>
                </a:solidFill>
                <a:latin typeface="Calibri"/>
                <a:ea typeface="Calibri"/>
                <a:cs typeface="Calibri"/>
              </a:defRPr>
            </a:lvl4pPr>
            <a:lvl5pPr algn="l">
              <a:defRPr sz="3200" b="1">
                <a:solidFill>
                  <a:srgbClr val="000000"/>
                </a:solidFill>
                <a:latin typeface="Calibri"/>
                <a:ea typeface="Calibri"/>
                <a:cs typeface="Calibri"/>
              </a:defRPr>
            </a:lvl5pPr>
            <a:lvl6pPr algn="l">
              <a:defRPr sz="3200" b="1">
                <a:solidFill>
                  <a:srgbClr val="000000"/>
                </a:solidFill>
                <a:latin typeface="Calibri"/>
                <a:ea typeface="Calibri"/>
                <a:cs typeface="Calibri"/>
              </a:defRPr>
            </a:lvl6pPr>
            <a:lvl7pPr algn="l">
              <a:defRPr sz="3200" b="1">
                <a:solidFill>
                  <a:srgbClr val="000000"/>
                </a:solidFill>
                <a:latin typeface="Calibri"/>
                <a:ea typeface="Calibri"/>
                <a:cs typeface="Calibri"/>
              </a:defRPr>
            </a:lvl7pPr>
            <a:lvl8pPr algn="l">
              <a:defRPr sz="3200" b="1">
                <a:solidFill>
                  <a:srgbClr val="000000"/>
                </a:solidFill>
                <a:latin typeface="Calibri"/>
                <a:ea typeface="Calibri"/>
                <a:cs typeface="Calibri"/>
              </a:defRPr>
            </a:lvl8pPr>
            <a:lvl9pPr algn="l">
              <a:defRPr sz="3200" b="1">
                <a:solidFill>
                  <a:srgbClr val="000000"/>
                </a:solidFill>
                <a:latin typeface="Calibri"/>
                <a:ea typeface="Calibri"/>
                <a:cs typeface="Calibri"/>
              </a:defRPr>
            </a:lvl9pPr>
          </a:lstStyle>
          <a:p>
            <a:pPr algn="l">
              <a:defRPr sz="3200" b="1">
                <a:solidFill>
                  <a:srgbClr val="000000"/>
                </a:solidFill>
                <a:latin typeface="Calibri"/>
                <a:ea typeface="Calibri"/>
                <a:cs typeface="Calibri"/>
              </a:defRPr>
            </a:pPr>
            <a:r>
              <a:rPr sz="3200" b="1">
                <a:solidFill>
                  <a:srgbClr val="000000"/>
                </a:solidFill>
                <a:latin typeface="Calibri"/>
                <a:ea typeface="Calibri"/>
                <a:cs typeface="Calibri"/>
              </a:rPr>
              <a:t>Objective: compare chromosome 9 gene assignments, coding effects, annotation-set overlap and run-level similarity across six public acute leukemia sequencing runs.</a:t>
            </a:r>
          </a:p>
        </p:txBody>
      </p:sp>
      <p:sp>
        <p:nvSpPr>
          <p:cNvPr id="108" name="section-heading">
            <a:extLst>
              <a:ext uri="{FF2B5EF4-FFF2-40B4-BE49-F238E27FC236}">
                <a16:creationId xmlns:a16="http://schemas.microsoft.com/office/drawing/2014/main" id="{1AF8D7C5-E2E8-4390-8A04-FE17904E991A}"/>
              </a:ext>
            </a:extLst>
          </p:cNvPr>
          <p:cNvSpPr>
            <a:spLocks noGrp="1"/>
          </p:cNvSpPr>
          <p:nvPr/>
        </p:nvSpPr>
        <p:spPr>
          <a:xfrm>
            <a:off x="1417320" y="18196560"/>
            <a:ext cx="9006840" cy="777240"/>
          </a:xfrm>
          <a:prstGeom prst="rect">
            <a:avLst/>
          </a:prstGeom>
          <a:noFill/>
          <a:ln w="0">
            <a:noFill/>
            <a:prstDash val="solid"/>
          </a:ln>
        </p:spPr>
        <p:txBody>
          <a:bodyPr wrap="square" lIns="91440" tIns="45720" rIns="91440" bIns="45720">
            <a:noAutofit/>
          </a:bodyPr>
          <a:lstStyle>
            <a:defPPr algn="l">
              <a:defRPr sz="4800" b="1">
                <a:solidFill>
                  <a:srgbClr val="EE0000"/>
                </a:solidFill>
                <a:latin typeface="Calibri"/>
                <a:ea typeface="Calibri"/>
                <a:cs typeface="Calibri"/>
              </a:defRPr>
            </a:defPPr>
            <a:lvl1pPr algn="l">
              <a:defRPr sz="4800" b="1">
                <a:solidFill>
                  <a:srgbClr val="EE0000"/>
                </a:solidFill>
                <a:latin typeface="Calibri"/>
                <a:ea typeface="Calibri"/>
                <a:cs typeface="Calibri"/>
              </a:defRPr>
            </a:lvl1pPr>
            <a:lvl2pPr algn="l">
              <a:defRPr sz="4800" b="1">
                <a:solidFill>
                  <a:srgbClr val="EE0000"/>
                </a:solidFill>
                <a:latin typeface="Calibri"/>
                <a:ea typeface="Calibri"/>
                <a:cs typeface="Calibri"/>
              </a:defRPr>
            </a:lvl2pPr>
            <a:lvl3pPr algn="l">
              <a:defRPr sz="4800" b="1">
                <a:solidFill>
                  <a:srgbClr val="EE0000"/>
                </a:solidFill>
                <a:latin typeface="Calibri"/>
                <a:ea typeface="Calibri"/>
                <a:cs typeface="Calibri"/>
              </a:defRPr>
            </a:lvl3pPr>
            <a:lvl4pPr algn="l">
              <a:defRPr sz="4800" b="1">
                <a:solidFill>
                  <a:srgbClr val="EE0000"/>
                </a:solidFill>
                <a:latin typeface="Calibri"/>
                <a:ea typeface="Calibri"/>
                <a:cs typeface="Calibri"/>
              </a:defRPr>
            </a:lvl4pPr>
            <a:lvl5pPr algn="l">
              <a:defRPr sz="4800" b="1">
                <a:solidFill>
                  <a:srgbClr val="EE0000"/>
                </a:solidFill>
                <a:latin typeface="Calibri"/>
                <a:ea typeface="Calibri"/>
                <a:cs typeface="Calibri"/>
              </a:defRPr>
            </a:lvl5pPr>
            <a:lvl6pPr algn="l">
              <a:defRPr sz="4800" b="1">
                <a:solidFill>
                  <a:srgbClr val="EE0000"/>
                </a:solidFill>
                <a:latin typeface="Calibri"/>
                <a:ea typeface="Calibri"/>
                <a:cs typeface="Calibri"/>
              </a:defRPr>
            </a:lvl6pPr>
            <a:lvl7pPr algn="l">
              <a:defRPr sz="4800" b="1">
                <a:solidFill>
                  <a:srgbClr val="EE0000"/>
                </a:solidFill>
                <a:latin typeface="Calibri"/>
                <a:ea typeface="Calibri"/>
                <a:cs typeface="Calibri"/>
              </a:defRPr>
            </a:lvl7pPr>
            <a:lvl8pPr algn="l">
              <a:defRPr sz="4800" b="1">
                <a:solidFill>
                  <a:srgbClr val="EE0000"/>
                </a:solidFill>
                <a:latin typeface="Calibri"/>
                <a:ea typeface="Calibri"/>
                <a:cs typeface="Calibri"/>
              </a:defRPr>
            </a:lvl8pPr>
            <a:lvl9pPr algn="l">
              <a:defRPr sz="4800" b="1">
                <a:solidFill>
                  <a:srgbClr val="EE0000"/>
                </a:solidFill>
                <a:latin typeface="Calibri"/>
                <a:ea typeface="Calibri"/>
                <a:cs typeface="Calibri"/>
              </a:defRPr>
            </a:lvl9pPr>
          </a:lstStyle>
          <a:p>
            <a:pPr algn="l">
              <a:defRPr sz="4800" b="1">
                <a:solidFill>
                  <a:srgbClr val="EE0000"/>
                </a:solidFill>
                <a:latin typeface="Calibri"/>
                <a:ea typeface="Calibri"/>
                <a:cs typeface="Calibri"/>
              </a:defRPr>
            </a:pPr>
            <a:r>
              <a:rPr sz="4800" b="1">
                <a:solidFill>
                  <a:srgbClr val="EE0000"/>
                </a:solidFill>
                <a:latin typeface="Calibri"/>
                <a:ea typeface="Calibri"/>
                <a:cs typeface="Calibri"/>
              </a:rPr>
              <a:t>Materials and Methods</a:t>
            </a:r>
          </a:p>
        </p:txBody>
      </p:sp>
      <p:sp>
        <p:nvSpPr>
          <p:cNvPr id="109" name="body">
            <a:extLst>
              <a:ext uri="{FF2B5EF4-FFF2-40B4-BE49-F238E27FC236}">
                <a16:creationId xmlns:a16="http://schemas.microsoft.com/office/drawing/2014/main" id="{3BECAD13-DC01-46DE-889A-115F7B2686A7}"/>
              </a:ext>
            </a:extLst>
          </p:cNvPr>
          <p:cNvSpPr>
            <a:spLocks noGrp="1"/>
          </p:cNvSpPr>
          <p:nvPr/>
        </p:nvSpPr>
        <p:spPr>
          <a:xfrm>
            <a:off x="1417320" y="19202400"/>
            <a:ext cx="9006840" cy="365760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Secondary descriptive analysis of six public runs: three ALL-associated REH runs from BioSample SAMN13831871 and three AML-associated inputs (ML-2, HL-60 apoptotic DNA fragments and bone-marrow DNA). The sequencing run was the analytical unit.</a:t>
            </a:r>
          </a:p>
        </p:txBody>
      </p:sp>
      <p:sp>
        <p:nvSpPr>
          <p:cNvPr id="110" name="body">
            <a:extLst>
              <a:ext uri="{FF2B5EF4-FFF2-40B4-BE49-F238E27FC236}">
                <a16:creationId xmlns:a16="http://schemas.microsoft.com/office/drawing/2014/main" id="{9C27563F-3BBA-470D-97A7-961779D84BC8}"/>
              </a:ext>
            </a:extLst>
          </p:cNvPr>
          <p:cNvSpPr>
            <a:spLocks noGrp="1"/>
          </p:cNvSpPr>
          <p:nvPr/>
        </p:nvSpPr>
        <p:spPr>
          <a:xfrm>
            <a:off x="1417320" y="22585680"/>
            <a:ext cx="9006840" cy="260604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FastQC, Trimmomatic, SPAdes and QUAST supported quality processing and assembly assessment. Geneious aligned sequences to GRCh38.p14 chromosome 9 (NC_000009.12), followed by reference annotation transfer.</a:t>
            </a:r>
          </a:p>
        </p:txBody>
      </p:sp>
      <p:sp>
        <p:nvSpPr>
          <p:cNvPr id="111" name="body">
            <a:extLst>
              <a:ext uri="{FF2B5EF4-FFF2-40B4-BE49-F238E27FC236}">
                <a16:creationId xmlns:a16="http://schemas.microsoft.com/office/drawing/2014/main" id="{12CF1852-4595-4715-B199-6175E7C1E9FF}"/>
              </a:ext>
            </a:extLst>
          </p:cNvPr>
          <p:cNvSpPr>
            <a:spLocks noGrp="1"/>
          </p:cNvSpPr>
          <p:nvPr/>
        </p:nvSpPr>
        <p:spPr>
          <a:xfrm>
            <a:off x="1417320" y="25283160"/>
            <a:ext cx="9006840" cy="242316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Python summaries compared annotation sets. Clustering used correlation distance and average linkage. All comparisons were descriptive. ALL-1 covered only 0.8% of chromosome 9.</a:t>
            </a:r>
          </a:p>
        </p:txBody>
      </p:sp>
      <p:sp>
        <p:nvSpPr>
          <p:cNvPr id="112" name="section-heading">
            <a:extLst>
              <a:ext uri="{FF2B5EF4-FFF2-40B4-BE49-F238E27FC236}">
                <a16:creationId xmlns:a16="http://schemas.microsoft.com/office/drawing/2014/main" id="{CBE7967C-BED9-474F-8717-176AC9B10334}"/>
              </a:ext>
            </a:extLst>
          </p:cNvPr>
          <p:cNvSpPr>
            <a:spLocks noGrp="1"/>
          </p:cNvSpPr>
          <p:nvPr/>
        </p:nvSpPr>
        <p:spPr>
          <a:xfrm>
            <a:off x="10835640" y="11247120"/>
            <a:ext cx="9006840" cy="777240"/>
          </a:xfrm>
          <a:prstGeom prst="rect">
            <a:avLst/>
          </a:prstGeom>
          <a:noFill/>
          <a:ln w="0">
            <a:noFill/>
            <a:prstDash val="solid"/>
          </a:ln>
        </p:spPr>
        <p:txBody>
          <a:bodyPr wrap="square" lIns="91440" tIns="45720" rIns="91440" bIns="45720">
            <a:noAutofit/>
          </a:bodyPr>
          <a:lstStyle>
            <a:defPPr algn="l">
              <a:defRPr sz="4800" b="1">
                <a:solidFill>
                  <a:srgbClr val="EE0000"/>
                </a:solidFill>
                <a:latin typeface="Calibri"/>
                <a:ea typeface="Calibri"/>
                <a:cs typeface="Calibri"/>
              </a:defRPr>
            </a:defPPr>
            <a:lvl1pPr algn="l">
              <a:defRPr sz="4800" b="1">
                <a:solidFill>
                  <a:srgbClr val="EE0000"/>
                </a:solidFill>
                <a:latin typeface="Calibri"/>
                <a:ea typeface="Calibri"/>
                <a:cs typeface="Calibri"/>
              </a:defRPr>
            </a:lvl1pPr>
            <a:lvl2pPr algn="l">
              <a:defRPr sz="4800" b="1">
                <a:solidFill>
                  <a:srgbClr val="EE0000"/>
                </a:solidFill>
                <a:latin typeface="Calibri"/>
                <a:ea typeface="Calibri"/>
                <a:cs typeface="Calibri"/>
              </a:defRPr>
            </a:lvl2pPr>
            <a:lvl3pPr algn="l">
              <a:defRPr sz="4800" b="1">
                <a:solidFill>
                  <a:srgbClr val="EE0000"/>
                </a:solidFill>
                <a:latin typeface="Calibri"/>
                <a:ea typeface="Calibri"/>
                <a:cs typeface="Calibri"/>
              </a:defRPr>
            </a:lvl3pPr>
            <a:lvl4pPr algn="l">
              <a:defRPr sz="4800" b="1">
                <a:solidFill>
                  <a:srgbClr val="EE0000"/>
                </a:solidFill>
                <a:latin typeface="Calibri"/>
                <a:ea typeface="Calibri"/>
                <a:cs typeface="Calibri"/>
              </a:defRPr>
            </a:lvl4pPr>
            <a:lvl5pPr algn="l">
              <a:defRPr sz="4800" b="1">
                <a:solidFill>
                  <a:srgbClr val="EE0000"/>
                </a:solidFill>
                <a:latin typeface="Calibri"/>
                <a:ea typeface="Calibri"/>
                <a:cs typeface="Calibri"/>
              </a:defRPr>
            </a:lvl5pPr>
            <a:lvl6pPr algn="l">
              <a:defRPr sz="4800" b="1">
                <a:solidFill>
                  <a:srgbClr val="EE0000"/>
                </a:solidFill>
                <a:latin typeface="Calibri"/>
                <a:ea typeface="Calibri"/>
                <a:cs typeface="Calibri"/>
              </a:defRPr>
            </a:lvl6pPr>
            <a:lvl7pPr algn="l">
              <a:defRPr sz="4800" b="1">
                <a:solidFill>
                  <a:srgbClr val="EE0000"/>
                </a:solidFill>
                <a:latin typeface="Calibri"/>
                <a:ea typeface="Calibri"/>
                <a:cs typeface="Calibri"/>
              </a:defRPr>
            </a:lvl7pPr>
            <a:lvl8pPr algn="l">
              <a:defRPr sz="4800" b="1">
                <a:solidFill>
                  <a:srgbClr val="EE0000"/>
                </a:solidFill>
                <a:latin typeface="Calibri"/>
                <a:ea typeface="Calibri"/>
                <a:cs typeface="Calibri"/>
              </a:defRPr>
            </a:lvl8pPr>
            <a:lvl9pPr algn="l">
              <a:defRPr sz="4800" b="1">
                <a:solidFill>
                  <a:srgbClr val="EE0000"/>
                </a:solidFill>
                <a:latin typeface="Calibri"/>
                <a:ea typeface="Calibri"/>
                <a:cs typeface="Calibri"/>
              </a:defRPr>
            </a:lvl9pPr>
          </a:lstStyle>
          <a:p>
            <a:pPr algn="l">
              <a:defRPr sz="4800" b="1">
                <a:solidFill>
                  <a:srgbClr val="EE0000"/>
                </a:solidFill>
                <a:latin typeface="Calibri"/>
                <a:ea typeface="Calibri"/>
                <a:cs typeface="Calibri"/>
              </a:defRPr>
            </a:pPr>
            <a:r>
              <a:rPr sz="4800" b="1">
                <a:solidFill>
                  <a:srgbClr val="EE0000"/>
                </a:solidFill>
                <a:latin typeface="Calibri"/>
                <a:ea typeface="Calibri"/>
                <a:cs typeface="Calibri"/>
              </a:rPr>
              <a:t>Results and Discussion</a:t>
            </a:r>
          </a:p>
        </p:txBody>
      </p:sp>
      <p:sp>
        <p:nvSpPr>
          <p:cNvPr id="113" name="body">
            <a:extLst>
              <a:ext uri="{FF2B5EF4-FFF2-40B4-BE49-F238E27FC236}">
                <a16:creationId xmlns:a16="http://schemas.microsoft.com/office/drawing/2014/main" id="{DB07CF7F-1208-43F9-B976-D3642282A73C}"/>
              </a:ext>
            </a:extLst>
          </p:cNvPr>
          <p:cNvSpPr>
            <a:spLocks noGrp="1"/>
          </p:cNvSpPr>
          <p:nvPr/>
        </p:nvSpPr>
        <p:spPr>
          <a:xfrm>
            <a:off x="10835640" y="12161520"/>
            <a:ext cx="9006840" cy="640080"/>
          </a:xfrm>
          <a:prstGeom prst="rect">
            <a:avLst/>
          </a:prstGeom>
          <a:noFill/>
          <a:ln w="0">
            <a:noFill/>
            <a:prstDash val="solid"/>
          </a:ln>
        </p:spPr>
        <p:txBody>
          <a:bodyPr wrap="square" lIns="91440" tIns="45720" rIns="91440" bIns="45720">
            <a:noAutofit/>
          </a:bodyPr>
          <a:lstStyle>
            <a:defPPr algn="l">
              <a:defRPr sz="3200" b="1">
                <a:solidFill>
                  <a:srgbClr val="000000"/>
                </a:solidFill>
                <a:latin typeface="Calibri"/>
                <a:ea typeface="Calibri"/>
                <a:cs typeface="Calibri"/>
              </a:defRPr>
            </a:defPPr>
            <a:lvl1pPr algn="l">
              <a:defRPr sz="3200" b="1">
                <a:solidFill>
                  <a:srgbClr val="000000"/>
                </a:solidFill>
                <a:latin typeface="Calibri"/>
                <a:ea typeface="Calibri"/>
                <a:cs typeface="Calibri"/>
              </a:defRPr>
            </a:lvl1pPr>
            <a:lvl2pPr algn="l">
              <a:defRPr sz="3200" b="1">
                <a:solidFill>
                  <a:srgbClr val="000000"/>
                </a:solidFill>
                <a:latin typeface="Calibri"/>
                <a:ea typeface="Calibri"/>
                <a:cs typeface="Calibri"/>
              </a:defRPr>
            </a:lvl2pPr>
            <a:lvl3pPr algn="l">
              <a:defRPr sz="3200" b="1">
                <a:solidFill>
                  <a:srgbClr val="000000"/>
                </a:solidFill>
                <a:latin typeface="Calibri"/>
                <a:ea typeface="Calibri"/>
                <a:cs typeface="Calibri"/>
              </a:defRPr>
            </a:lvl3pPr>
            <a:lvl4pPr algn="l">
              <a:defRPr sz="3200" b="1">
                <a:solidFill>
                  <a:srgbClr val="000000"/>
                </a:solidFill>
                <a:latin typeface="Calibri"/>
                <a:ea typeface="Calibri"/>
                <a:cs typeface="Calibri"/>
              </a:defRPr>
            </a:lvl4pPr>
            <a:lvl5pPr algn="l">
              <a:defRPr sz="3200" b="1">
                <a:solidFill>
                  <a:srgbClr val="000000"/>
                </a:solidFill>
                <a:latin typeface="Calibri"/>
                <a:ea typeface="Calibri"/>
                <a:cs typeface="Calibri"/>
              </a:defRPr>
            </a:lvl5pPr>
            <a:lvl6pPr algn="l">
              <a:defRPr sz="3200" b="1">
                <a:solidFill>
                  <a:srgbClr val="000000"/>
                </a:solidFill>
                <a:latin typeface="Calibri"/>
                <a:ea typeface="Calibri"/>
                <a:cs typeface="Calibri"/>
              </a:defRPr>
            </a:lvl6pPr>
            <a:lvl7pPr algn="l">
              <a:defRPr sz="3200" b="1">
                <a:solidFill>
                  <a:srgbClr val="000000"/>
                </a:solidFill>
                <a:latin typeface="Calibri"/>
                <a:ea typeface="Calibri"/>
                <a:cs typeface="Calibri"/>
              </a:defRPr>
            </a:lvl7pPr>
            <a:lvl8pPr algn="l">
              <a:defRPr sz="3200" b="1">
                <a:solidFill>
                  <a:srgbClr val="000000"/>
                </a:solidFill>
                <a:latin typeface="Calibri"/>
                <a:ea typeface="Calibri"/>
                <a:cs typeface="Calibri"/>
              </a:defRPr>
            </a:lvl8pPr>
            <a:lvl9pPr algn="l">
              <a:defRPr sz="3200" b="1">
                <a:solidFill>
                  <a:srgbClr val="000000"/>
                </a:solidFill>
                <a:latin typeface="Calibri"/>
                <a:ea typeface="Calibri"/>
                <a:cs typeface="Calibri"/>
              </a:defRPr>
            </a:lvl9pPr>
          </a:lstStyle>
          <a:p>
            <a:pPr algn="l">
              <a:defRPr sz="3200" b="1">
                <a:solidFill>
                  <a:srgbClr val="000000"/>
                </a:solidFill>
                <a:latin typeface="Calibri"/>
                <a:ea typeface="Calibri"/>
                <a:cs typeface="Calibri"/>
              </a:defRPr>
            </a:pPr>
            <a:r>
              <a:rPr sz="3200" b="1">
                <a:solidFill>
                  <a:srgbClr val="000000"/>
                </a:solidFill>
                <a:latin typeface="Calibri"/>
                <a:ea typeface="Calibri"/>
                <a:cs typeface="Calibri"/>
              </a:rPr>
              <a:t>Annotation records per sequencing run</a:t>
            </a:r>
          </a:p>
        </p:txBody>
      </p:sp>
      <p:graphicFrame>
        <p:nvGraphicFramePr>
          <p:cNvPr id="114" name="">
            <a:extLst>
              <a:ext uri="{FF2B5EF4-FFF2-40B4-BE49-F238E27FC236}">
                <a16:creationId xmlns:a16="http://schemas.microsoft.com/office/drawing/2014/main" id="{AE62AA82-33A0-4FF7-844E-7C6A3CFBF7AE}"/>
              </a:ext>
            </a:extLst>
          </p:cNvPr>
          <p:cNvGraphicFramePr/>
          <p:nvPr/>
        </p:nvGraphicFramePr>
        <p:xfrm>
          <a:off x="10835640" y="12893040"/>
          <a:ext cx="9006840" cy="2011680"/>
        </p:xfrm>
        <a:graphic>
          <a:graphicData uri="http://schemas.openxmlformats.org/drawingml/2006/table">
            <a:tbl>
              <a:tblPr/>
              <a:tblGrid>
                <a:gridCol w="3703320"/>
                <a:gridCol w="2651760"/>
                <a:gridCol w="2651760"/>
              </a:tblGrid>
              <a:tr h="640080">
                <a:tc>
                  <a:txBody>
                    <a:bodyPr lIns="57150" tIns="57150" rIns="57150" bIns="57150">
                      <a:noAutofit/>
                    </a:bodyPr>
                    <a:lstStyle/>
                    <a:p>
                      <a:r>
                        <a:rPr sz="3200" b="1">
                          <a:solidFill>
                            <a:srgbClr val="000000"/>
                          </a:solidFill>
                          <a:latin typeface="Calibri"/>
                          <a:ea typeface="Calibri"/>
                          <a:cs typeface="Calibri"/>
                        </a:rPr>
                        <a:t>Summary</a:t>
                      </a:r>
                    </a:p>
                  </a:txBody>
                  <a:tcPr marL="91440" marR="91440" marT="45720" marB="45720" anchor="ctr">
                    <a:lnL w="9525">
                      <a:solidFill>
                        <a:srgbClr val="4472C4"/>
                      </a:solidFill>
                      <a:prstDash val="solid"/>
                    </a:lnL>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c>
                  <a:txBody>
                    <a:bodyPr lIns="57150" tIns="57150" rIns="57150" bIns="57150">
                      <a:noAutofit/>
                    </a:bodyPr>
                    <a:lstStyle/>
                    <a:p>
                      <a:r>
                        <a:rPr sz="3200" b="1">
                          <a:solidFill>
                            <a:srgbClr val="000000"/>
                          </a:solidFill>
                          <a:latin typeface="Calibri"/>
                          <a:ea typeface="Calibri"/>
                          <a:cs typeface="Calibri"/>
                        </a:rPr>
                        <a:t>ALL</a:t>
                      </a:r>
                    </a:p>
                  </a:txBody>
                  <a:tcPr marL="91440" marR="91440" marT="45720" marB="45720" anchor="ctr">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c>
                  <a:txBody>
                    <a:bodyPr lIns="57150" tIns="57150" rIns="57150" bIns="57150">
                      <a:noAutofit/>
                    </a:bodyPr>
                    <a:lstStyle/>
                    <a:p>
                      <a:r>
                        <a:rPr sz="3200" b="1">
                          <a:solidFill>
                            <a:srgbClr val="000000"/>
                          </a:solidFill>
                          <a:latin typeface="Calibri"/>
                          <a:ea typeface="Calibri"/>
                          <a:cs typeface="Calibri"/>
                        </a:rPr>
                        <a:t>AML</a:t>
                      </a:r>
                    </a:p>
                  </a:txBody>
                  <a:tcPr marL="91440" marR="91440" marT="45720" marB="45720" anchor="ctr">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r>
              <a:tr h="685800">
                <a:tc>
                  <a:txBody>
                    <a:bodyPr lIns="57150" tIns="57150" rIns="57150" bIns="57150">
                      <a:noAutofit/>
                    </a:bodyPr>
                    <a:lstStyle/>
                    <a:p>
                      <a:r>
                        <a:rPr sz="3200" b="0">
                          <a:solidFill>
                            <a:srgbClr val="000000"/>
                          </a:solidFill>
                          <a:latin typeface="Calibri"/>
                          <a:ea typeface="Calibri"/>
                          <a:cs typeface="Calibri"/>
                        </a:rPr>
                        <a:t>Range</a:t>
                      </a:r>
                    </a:p>
                  </a:txBody>
                  <a:tcPr marL="91440" marR="91440" marT="45720" marB="45720" anchor="ctr">
                    <a:lnL w="9525">
                      <a:solidFill>
                        <a:srgbClr val="4472C4"/>
                      </a:solidFill>
                      <a:prstDash val="solid"/>
                    </a:lnL>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4–4,943</a:t>
                      </a:r>
                    </a:p>
                  </a:txBody>
                  <a:tcPr marL="91440" marR="91440" marT="45720" marB="45720" anchor="ctr">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25–8,117</a:t>
                      </a:r>
                    </a:p>
                  </a:txBody>
                  <a:tcPr marL="91440" marR="91440" marT="45720" marB="45720" anchor="ctr">
                    <a:lnR w="9525">
                      <a:solidFill>
                        <a:srgbClr val="4472C4"/>
                      </a:solidFill>
                      <a:prstDash val="solid"/>
                    </a:lnR>
                    <a:lnB w="9525">
                      <a:solidFill>
                        <a:srgbClr val="4472C4"/>
                      </a:solidFill>
                      <a:prstDash val="solid"/>
                    </a:lnB>
                    <a:solidFill>
                      <a:srgbClr val="FFFFFF"/>
                    </a:solidFill>
                  </a:tcPr>
                </a:tc>
              </a:tr>
              <a:tr h="685800">
                <a:tc>
                  <a:txBody>
                    <a:bodyPr lIns="57150" tIns="57150" rIns="57150" bIns="57150">
                      <a:noAutofit/>
                    </a:bodyPr>
                    <a:lstStyle/>
                    <a:p>
                      <a:r>
                        <a:rPr sz="3200" b="0">
                          <a:solidFill>
                            <a:srgbClr val="000000"/>
                          </a:solidFill>
                          <a:latin typeface="Calibri"/>
                          <a:ea typeface="Calibri"/>
                          <a:cs typeface="Calibri"/>
                        </a:rPr>
                        <a:t>Median</a:t>
                      </a:r>
                    </a:p>
                  </a:txBody>
                  <a:tcPr marL="91440" marR="91440" marT="45720" marB="45720" anchor="ctr">
                    <a:lnL w="9525">
                      <a:solidFill>
                        <a:srgbClr val="4472C4"/>
                      </a:solidFill>
                      <a:prstDash val="solid"/>
                    </a:lnL>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92</a:t>
                      </a:r>
                    </a:p>
                  </a:txBody>
                  <a:tcPr marL="91440" marR="91440" marT="45720" marB="45720" anchor="ctr">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1,822</a:t>
                      </a:r>
                    </a:p>
                  </a:txBody>
                  <a:tcPr marL="91440" marR="91440" marT="45720" marB="45720" anchor="ctr">
                    <a:lnR w="9525">
                      <a:solidFill>
                        <a:srgbClr val="4472C4"/>
                      </a:solidFill>
                      <a:prstDash val="solid"/>
                    </a:lnR>
                    <a:lnB w="9525">
                      <a:solidFill>
                        <a:srgbClr val="4472C4"/>
                      </a:solidFill>
                      <a:prstDash val="solid"/>
                    </a:lnB>
                    <a:solidFill>
                      <a:srgbClr val="FFFFFF"/>
                    </a:solidFill>
                  </a:tcPr>
                </a:tc>
              </a:tr>
            </a:tbl>
          </a:graphicData>
        </a:graphic>
      </p:graphicFrame>
      <p:sp>
        <p:nvSpPr>
          <p:cNvPr id="115" name="body">
            <a:extLst>
              <a:ext uri="{FF2B5EF4-FFF2-40B4-BE49-F238E27FC236}">
                <a16:creationId xmlns:a16="http://schemas.microsoft.com/office/drawing/2014/main" id="{F67B3B98-1A2F-4C5B-A525-EBFC98A54B6C}"/>
              </a:ext>
            </a:extLst>
          </p:cNvPr>
          <p:cNvSpPr>
            <a:spLocks noGrp="1"/>
          </p:cNvSpPr>
          <p:nvPr/>
        </p:nvSpPr>
        <p:spPr>
          <a:xfrm>
            <a:off x="10835640" y="15087600"/>
            <a:ext cx="9006840" cy="155448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AML-associated counts were higher and more dispersed, with overlapping ranges (three runs per group).</a:t>
            </a:r>
          </a:p>
        </p:txBody>
      </p:sp>
      <p:sp>
        <p:nvSpPr>
          <p:cNvPr id="116" name="body">
            <a:extLst>
              <a:ext uri="{FF2B5EF4-FFF2-40B4-BE49-F238E27FC236}">
                <a16:creationId xmlns:a16="http://schemas.microsoft.com/office/drawing/2014/main" id="{4F716D39-0936-4104-84C7-7F88D02A2156}"/>
              </a:ext>
            </a:extLst>
          </p:cNvPr>
          <p:cNvSpPr>
            <a:spLocks noGrp="1"/>
          </p:cNvSpPr>
          <p:nvPr/>
        </p:nvSpPr>
        <p:spPr>
          <a:xfrm>
            <a:off x="10835640" y="16779240"/>
            <a:ext cx="9006840" cy="640080"/>
          </a:xfrm>
          <a:prstGeom prst="rect">
            <a:avLst/>
          </a:prstGeom>
          <a:noFill/>
          <a:ln w="0">
            <a:noFill/>
            <a:prstDash val="solid"/>
          </a:ln>
        </p:spPr>
        <p:txBody>
          <a:bodyPr wrap="square" lIns="91440" tIns="45720" rIns="91440" bIns="45720">
            <a:noAutofit/>
          </a:bodyPr>
          <a:lstStyle>
            <a:defPPr algn="l">
              <a:defRPr sz="3200" b="1">
                <a:solidFill>
                  <a:srgbClr val="000000"/>
                </a:solidFill>
                <a:latin typeface="Calibri"/>
                <a:ea typeface="Calibri"/>
                <a:cs typeface="Calibri"/>
              </a:defRPr>
            </a:defPPr>
            <a:lvl1pPr algn="l">
              <a:defRPr sz="3200" b="1">
                <a:solidFill>
                  <a:srgbClr val="000000"/>
                </a:solidFill>
                <a:latin typeface="Calibri"/>
                <a:ea typeface="Calibri"/>
                <a:cs typeface="Calibri"/>
              </a:defRPr>
            </a:lvl1pPr>
            <a:lvl2pPr algn="l">
              <a:defRPr sz="3200" b="1">
                <a:solidFill>
                  <a:srgbClr val="000000"/>
                </a:solidFill>
                <a:latin typeface="Calibri"/>
                <a:ea typeface="Calibri"/>
                <a:cs typeface="Calibri"/>
              </a:defRPr>
            </a:lvl2pPr>
            <a:lvl3pPr algn="l">
              <a:defRPr sz="3200" b="1">
                <a:solidFill>
                  <a:srgbClr val="000000"/>
                </a:solidFill>
                <a:latin typeface="Calibri"/>
                <a:ea typeface="Calibri"/>
                <a:cs typeface="Calibri"/>
              </a:defRPr>
            </a:lvl3pPr>
            <a:lvl4pPr algn="l">
              <a:defRPr sz="3200" b="1">
                <a:solidFill>
                  <a:srgbClr val="000000"/>
                </a:solidFill>
                <a:latin typeface="Calibri"/>
                <a:ea typeface="Calibri"/>
                <a:cs typeface="Calibri"/>
              </a:defRPr>
            </a:lvl4pPr>
            <a:lvl5pPr algn="l">
              <a:defRPr sz="3200" b="1">
                <a:solidFill>
                  <a:srgbClr val="000000"/>
                </a:solidFill>
                <a:latin typeface="Calibri"/>
                <a:ea typeface="Calibri"/>
                <a:cs typeface="Calibri"/>
              </a:defRPr>
            </a:lvl5pPr>
            <a:lvl6pPr algn="l">
              <a:defRPr sz="3200" b="1">
                <a:solidFill>
                  <a:srgbClr val="000000"/>
                </a:solidFill>
                <a:latin typeface="Calibri"/>
                <a:ea typeface="Calibri"/>
                <a:cs typeface="Calibri"/>
              </a:defRPr>
            </a:lvl6pPr>
            <a:lvl7pPr algn="l">
              <a:defRPr sz="3200" b="1">
                <a:solidFill>
                  <a:srgbClr val="000000"/>
                </a:solidFill>
                <a:latin typeface="Calibri"/>
                <a:ea typeface="Calibri"/>
                <a:cs typeface="Calibri"/>
              </a:defRPr>
            </a:lvl7pPr>
            <a:lvl8pPr algn="l">
              <a:defRPr sz="3200" b="1">
                <a:solidFill>
                  <a:srgbClr val="000000"/>
                </a:solidFill>
                <a:latin typeface="Calibri"/>
                <a:ea typeface="Calibri"/>
                <a:cs typeface="Calibri"/>
              </a:defRPr>
            </a:lvl8pPr>
            <a:lvl9pPr algn="l">
              <a:defRPr sz="3200" b="1">
                <a:solidFill>
                  <a:srgbClr val="000000"/>
                </a:solidFill>
                <a:latin typeface="Calibri"/>
                <a:ea typeface="Calibri"/>
                <a:cs typeface="Calibri"/>
              </a:defRPr>
            </a:lvl9pPr>
          </a:lstStyle>
          <a:p>
            <a:pPr algn="l">
              <a:defRPr sz="3200" b="1">
                <a:solidFill>
                  <a:srgbClr val="000000"/>
                </a:solidFill>
                <a:latin typeface="Calibri"/>
                <a:ea typeface="Calibri"/>
                <a:cs typeface="Calibri"/>
              </a:defRPr>
            </a:pPr>
            <a:r>
              <a:rPr sz="3200" b="1">
                <a:solidFill>
                  <a:srgbClr val="000000"/>
                </a:solidFill>
                <a:latin typeface="Calibri"/>
                <a:ea typeface="Calibri"/>
                <a:cs typeface="Calibri"/>
              </a:rPr>
              <a:t>Shared and group-restricted annotation sets</a:t>
            </a:r>
          </a:p>
        </p:txBody>
      </p:sp>
      <p:graphicFrame>
        <p:nvGraphicFramePr>
          <p:cNvPr id="117" name="">
            <a:extLst>
              <a:ext uri="{FF2B5EF4-FFF2-40B4-BE49-F238E27FC236}">
                <a16:creationId xmlns:a16="http://schemas.microsoft.com/office/drawing/2014/main" id="{5E9BB803-94B3-429E-986C-5FF7D2F0ECFC}"/>
              </a:ext>
            </a:extLst>
          </p:cNvPr>
          <p:cNvGraphicFramePr/>
          <p:nvPr/>
        </p:nvGraphicFramePr>
        <p:xfrm>
          <a:off x="10835640" y="17510760"/>
          <a:ext cx="9006840" cy="2514600"/>
        </p:xfrm>
        <a:graphic>
          <a:graphicData uri="http://schemas.openxmlformats.org/drawingml/2006/table">
            <a:tbl>
              <a:tblPr/>
              <a:tblGrid>
                <a:gridCol w="2743200"/>
                <a:gridCol w="2331720"/>
                <a:gridCol w="1691640"/>
                <a:gridCol w="2240280"/>
              </a:tblGrid>
              <a:tr h="777240">
                <a:tc>
                  <a:txBody>
                    <a:bodyPr lIns="57150" tIns="57150" rIns="57150" bIns="57150">
                      <a:noAutofit/>
                    </a:bodyPr>
                    <a:lstStyle/>
                    <a:p>
                      <a:r>
                        <a:rPr sz="3200" b="1">
                          <a:solidFill>
                            <a:srgbClr val="000000"/>
                          </a:solidFill>
                          <a:latin typeface="Calibri"/>
                          <a:ea typeface="Calibri"/>
                          <a:cs typeface="Calibri"/>
                        </a:rPr>
                        <a:t>Set</a:t>
                      </a:r>
                    </a:p>
                  </a:txBody>
                  <a:tcPr marL="91440" marR="91440" marT="45720" marB="45720" anchor="ctr">
                    <a:lnL w="9525">
                      <a:solidFill>
                        <a:srgbClr val="4472C4"/>
                      </a:solidFill>
                      <a:prstDash val="solid"/>
                    </a:lnL>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c>
                  <a:txBody>
                    <a:bodyPr lIns="57150" tIns="57150" rIns="57150" bIns="57150">
                      <a:noAutofit/>
                    </a:bodyPr>
                    <a:lstStyle/>
                    <a:p>
                      <a:r>
                        <a:rPr sz="3200" b="1">
                          <a:solidFill>
                            <a:srgbClr val="000000"/>
                          </a:solidFill>
                          <a:latin typeface="Calibri"/>
                          <a:ea typeface="Calibri"/>
                          <a:cs typeface="Calibri"/>
                        </a:rPr>
                        <a:t>AML-only</a:t>
                      </a:r>
                    </a:p>
                  </a:txBody>
                  <a:tcPr marL="91440" marR="91440" marT="45720" marB="45720" anchor="ctr">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c>
                  <a:txBody>
                    <a:bodyPr lIns="57150" tIns="57150" rIns="57150" bIns="57150">
                      <a:noAutofit/>
                    </a:bodyPr>
                    <a:lstStyle/>
                    <a:p>
                      <a:r>
                        <a:rPr sz="3200" b="1">
                          <a:solidFill>
                            <a:srgbClr val="000000"/>
                          </a:solidFill>
                          <a:latin typeface="Calibri"/>
                          <a:ea typeface="Calibri"/>
                          <a:cs typeface="Calibri"/>
                        </a:rPr>
                        <a:t>Shared</a:t>
                      </a:r>
                    </a:p>
                  </a:txBody>
                  <a:tcPr marL="91440" marR="91440" marT="45720" marB="45720" anchor="ctr">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c>
                  <a:txBody>
                    <a:bodyPr lIns="57150" tIns="57150" rIns="57150" bIns="57150">
                      <a:noAutofit/>
                    </a:bodyPr>
                    <a:lstStyle/>
                    <a:p>
                      <a:r>
                        <a:rPr sz="3200" b="1">
                          <a:solidFill>
                            <a:srgbClr val="000000"/>
                          </a:solidFill>
                          <a:latin typeface="Calibri"/>
                          <a:ea typeface="Calibri"/>
                          <a:cs typeface="Calibri"/>
                        </a:rPr>
                        <a:t>ALL-only</a:t>
                      </a:r>
                    </a:p>
                  </a:txBody>
                  <a:tcPr marL="91440" marR="91440" marT="45720" marB="45720" anchor="ctr">
                    <a:lnR w="9525">
                      <a:solidFill>
                        <a:srgbClr val="4472C4"/>
                      </a:solidFill>
                      <a:prstDash val="solid"/>
                    </a:lnR>
                    <a:lnT w="9525">
                      <a:solidFill>
                        <a:srgbClr val="4472C4"/>
                      </a:solidFill>
                      <a:prstDash val="solid"/>
                    </a:lnT>
                    <a:lnB w="9525">
                      <a:solidFill>
                        <a:srgbClr val="4472C4"/>
                      </a:solidFill>
                      <a:prstDash val="solid"/>
                    </a:lnB>
                    <a:solidFill>
                      <a:srgbClr val="E7E6E6"/>
                    </a:solidFill>
                  </a:tcPr>
                </a:tc>
              </a:tr>
              <a:tr h="685800">
                <a:tc>
                  <a:txBody>
                    <a:bodyPr lIns="57150" tIns="57150" rIns="57150" bIns="57150">
                      <a:noAutofit/>
                    </a:bodyPr>
                    <a:lstStyle/>
                    <a:p>
                      <a:r>
                        <a:rPr sz="3200" b="0">
                          <a:solidFill>
                            <a:srgbClr val="000000"/>
                          </a:solidFill>
                          <a:latin typeface="Calibri"/>
                          <a:ea typeface="Calibri"/>
                          <a:cs typeface="Calibri"/>
                        </a:rPr>
                        <a:t>Gene labels</a:t>
                      </a:r>
                    </a:p>
                  </a:txBody>
                  <a:tcPr marL="91440" marR="91440" marT="45720" marB="45720" anchor="ctr">
                    <a:lnL w="9525">
                      <a:solidFill>
                        <a:srgbClr val="4472C4"/>
                      </a:solidFill>
                      <a:prstDash val="solid"/>
                    </a:lnL>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196</a:t>
                      </a:r>
                    </a:p>
                  </a:txBody>
                  <a:tcPr marL="91440" marR="91440" marT="45720" marB="45720" anchor="ctr">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15</a:t>
                      </a:r>
                    </a:p>
                  </a:txBody>
                  <a:tcPr marL="91440" marR="91440" marT="45720" marB="45720" anchor="ctr">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41</a:t>
                      </a:r>
                    </a:p>
                  </a:txBody>
                  <a:tcPr marL="91440" marR="91440" marT="45720" marB="45720" anchor="ctr">
                    <a:lnR w="9525">
                      <a:solidFill>
                        <a:srgbClr val="4472C4"/>
                      </a:solidFill>
                      <a:prstDash val="solid"/>
                    </a:lnR>
                    <a:lnB w="9525">
                      <a:solidFill>
                        <a:srgbClr val="4472C4"/>
                      </a:solidFill>
                      <a:prstDash val="solid"/>
                    </a:lnB>
                    <a:solidFill>
                      <a:srgbClr val="FFFFFF"/>
                    </a:solidFill>
                  </a:tcPr>
                </a:tc>
              </a:tr>
              <a:tr h="1051560">
                <a:tc>
                  <a:txBody>
                    <a:bodyPr lIns="57150" tIns="57150" rIns="57150" bIns="57150">
                      <a:noAutofit/>
                    </a:bodyPr>
                    <a:lstStyle/>
                    <a:p>
                      <a:r>
                        <a:rPr sz="3200" b="0">
                          <a:solidFill>
                            <a:srgbClr val="000000"/>
                          </a:solidFill>
                          <a:latin typeface="Calibri"/>
                          <a:ea typeface="Calibri"/>
                          <a:cs typeface="Calibri"/>
                        </a:rPr>
                        <a:t>Variant records</a:t>
                      </a:r>
                    </a:p>
                  </a:txBody>
                  <a:tcPr marL="91440" marR="91440" marT="45720" marB="45720" anchor="ctr">
                    <a:lnL w="9525">
                      <a:solidFill>
                        <a:srgbClr val="4472C4"/>
                      </a:solidFill>
                      <a:prstDash val="solid"/>
                    </a:lnL>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742</a:t>
                      </a:r>
                    </a:p>
                  </a:txBody>
                  <a:tcPr marL="91440" marR="91440" marT="45720" marB="45720" anchor="ctr">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4</a:t>
                      </a:r>
                    </a:p>
                  </a:txBody>
                  <a:tcPr marL="91440" marR="91440" marT="45720" marB="45720" anchor="ctr">
                    <a:lnR w="9525">
                      <a:solidFill>
                        <a:srgbClr val="4472C4"/>
                      </a:solidFill>
                      <a:prstDash val="solid"/>
                    </a:lnR>
                    <a:lnB w="9525">
                      <a:solidFill>
                        <a:srgbClr val="4472C4"/>
                      </a:solidFill>
                      <a:prstDash val="solid"/>
                    </a:lnB>
                    <a:solidFill>
                      <a:srgbClr val="FFFFFF"/>
                    </a:solidFill>
                  </a:tcPr>
                </a:tc>
                <a:tc>
                  <a:txBody>
                    <a:bodyPr lIns="57150" tIns="57150" rIns="57150" bIns="57150">
                      <a:noAutofit/>
                    </a:bodyPr>
                    <a:lstStyle/>
                    <a:p>
                      <a:r>
                        <a:rPr sz="3200" b="0">
                          <a:solidFill>
                            <a:srgbClr val="000000"/>
                          </a:solidFill>
                          <a:latin typeface="Calibri"/>
                          <a:ea typeface="Calibri"/>
                          <a:cs typeface="Calibri"/>
                        </a:rPr>
                        <a:t>551</a:t>
                      </a:r>
                    </a:p>
                  </a:txBody>
                  <a:tcPr marL="91440" marR="91440" marT="45720" marB="45720" anchor="ctr">
                    <a:lnR w="9525">
                      <a:solidFill>
                        <a:srgbClr val="4472C4"/>
                      </a:solidFill>
                      <a:prstDash val="solid"/>
                    </a:lnR>
                    <a:lnB w="9525">
                      <a:solidFill>
                        <a:srgbClr val="4472C4"/>
                      </a:solidFill>
                      <a:prstDash val="solid"/>
                    </a:lnB>
                    <a:solidFill>
                      <a:srgbClr val="FFFFFF"/>
                    </a:solidFill>
                  </a:tcPr>
                </a:tc>
              </a:tr>
            </a:tbl>
          </a:graphicData>
        </a:graphic>
      </p:graphicFrame>
      <p:sp>
        <p:nvSpPr>
          <p:cNvPr id="118" name="body">
            <a:extLst>
              <a:ext uri="{FF2B5EF4-FFF2-40B4-BE49-F238E27FC236}">
                <a16:creationId xmlns:a16="http://schemas.microsoft.com/office/drawing/2014/main" id="{898E044C-2646-467C-B279-C8FE3C3F971B}"/>
              </a:ext>
            </a:extLst>
          </p:cNvPr>
          <p:cNvSpPr>
            <a:spLocks noGrp="1"/>
          </p:cNvSpPr>
          <p:nvPr/>
        </p:nvSpPr>
        <p:spPr>
          <a:xfrm>
            <a:off x="10835640" y="20253960"/>
            <a:ext cx="9006840" cy="246888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Substitutions predominated in both groups; truncations were more prominent in ALL. PAX5 records occurred in both. Clustering intermixed leukemia labels, with ALL-3 and AML-2 closest.</a:t>
            </a:r>
          </a:p>
        </p:txBody>
      </p:sp>
      <p:sp>
        <p:nvSpPr>
          <p:cNvPr id="119" name="section-heading">
            <a:extLst>
              <a:ext uri="{FF2B5EF4-FFF2-40B4-BE49-F238E27FC236}">
                <a16:creationId xmlns:a16="http://schemas.microsoft.com/office/drawing/2014/main" id="{0142A5D9-BA54-43CE-9C91-188BC336A384}"/>
              </a:ext>
            </a:extLst>
          </p:cNvPr>
          <p:cNvSpPr>
            <a:spLocks noGrp="1"/>
          </p:cNvSpPr>
          <p:nvPr/>
        </p:nvSpPr>
        <p:spPr>
          <a:xfrm>
            <a:off x="10835640" y="22494240"/>
            <a:ext cx="9006840" cy="777240"/>
          </a:xfrm>
          <a:prstGeom prst="rect">
            <a:avLst/>
          </a:prstGeom>
          <a:noFill/>
          <a:ln w="0">
            <a:noFill/>
            <a:prstDash val="solid"/>
          </a:ln>
        </p:spPr>
        <p:txBody>
          <a:bodyPr wrap="square" lIns="91440" tIns="45720" rIns="91440" bIns="45720">
            <a:noAutofit/>
          </a:bodyPr>
          <a:lstStyle>
            <a:defPPr algn="l">
              <a:defRPr sz="4800" b="1">
                <a:solidFill>
                  <a:srgbClr val="EE0000"/>
                </a:solidFill>
                <a:latin typeface="Calibri"/>
                <a:ea typeface="Calibri"/>
                <a:cs typeface="Calibri"/>
              </a:defRPr>
            </a:defPPr>
            <a:lvl1pPr algn="l">
              <a:defRPr sz="4800" b="1">
                <a:solidFill>
                  <a:srgbClr val="EE0000"/>
                </a:solidFill>
                <a:latin typeface="Calibri"/>
                <a:ea typeface="Calibri"/>
                <a:cs typeface="Calibri"/>
              </a:defRPr>
            </a:lvl1pPr>
            <a:lvl2pPr algn="l">
              <a:defRPr sz="4800" b="1">
                <a:solidFill>
                  <a:srgbClr val="EE0000"/>
                </a:solidFill>
                <a:latin typeface="Calibri"/>
                <a:ea typeface="Calibri"/>
                <a:cs typeface="Calibri"/>
              </a:defRPr>
            </a:lvl2pPr>
            <a:lvl3pPr algn="l">
              <a:defRPr sz="4800" b="1">
                <a:solidFill>
                  <a:srgbClr val="EE0000"/>
                </a:solidFill>
                <a:latin typeface="Calibri"/>
                <a:ea typeface="Calibri"/>
                <a:cs typeface="Calibri"/>
              </a:defRPr>
            </a:lvl3pPr>
            <a:lvl4pPr algn="l">
              <a:defRPr sz="4800" b="1">
                <a:solidFill>
                  <a:srgbClr val="EE0000"/>
                </a:solidFill>
                <a:latin typeface="Calibri"/>
                <a:ea typeface="Calibri"/>
                <a:cs typeface="Calibri"/>
              </a:defRPr>
            </a:lvl4pPr>
            <a:lvl5pPr algn="l">
              <a:defRPr sz="4800" b="1">
                <a:solidFill>
                  <a:srgbClr val="EE0000"/>
                </a:solidFill>
                <a:latin typeface="Calibri"/>
                <a:ea typeface="Calibri"/>
                <a:cs typeface="Calibri"/>
              </a:defRPr>
            </a:lvl5pPr>
            <a:lvl6pPr algn="l">
              <a:defRPr sz="4800" b="1">
                <a:solidFill>
                  <a:srgbClr val="EE0000"/>
                </a:solidFill>
                <a:latin typeface="Calibri"/>
                <a:ea typeface="Calibri"/>
                <a:cs typeface="Calibri"/>
              </a:defRPr>
            </a:lvl6pPr>
            <a:lvl7pPr algn="l">
              <a:defRPr sz="4800" b="1">
                <a:solidFill>
                  <a:srgbClr val="EE0000"/>
                </a:solidFill>
                <a:latin typeface="Calibri"/>
                <a:ea typeface="Calibri"/>
                <a:cs typeface="Calibri"/>
              </a:defRPr>
            </a:lvl7pPr>
            <a:lvl8pPr algn="l">
              <a:defRPr sz="4800" b="1">
                <a:solidFill>
                  <a:srgbClr val="EE0000"/>
                </a:solidFill>
                <a:latin typeface="Calibri"/>
                <a:ea typeface="Calibri"/>
                <a:cs typeface="Calibri"/>
              </a:defRPr>
            </a:lvl8pPr>
            <a:lvl9pPr algn="l">
              <a:defRPr sz="4800" b="1">
                <a:solidFill>
                  <a:srgbClr val="EE0000"/>
                </a:solidFill>
                <a:latin typeface="Calibri"/>
                <a:ea typeface="Calibri"/>
                <a:cs typeface="Calibri"/>
              </a:defRPr>
            </a:lvl9pPr>
          </a:lstStyle>
          <a:p>
            <a:pPr algn="l">
              <a:defRPr sz="4800" b="1">
                <a:solidFill>
                  <a:srgbClr val="EE0000"/>
                </a:solidFill>
                <a:latin typeface="Calibri"/>
                <a:ea typeface="Calibri"/>
                <a:cs typeface="Calibri"/>
              </a:defRPr>
            </a:pPr>
            <a:r>
              <a:rPr sz="4800" b="1">
                <a:solidFill>
                  <a:srgbClr val="EE0000"/>
                </a:solidFill>
                <a:latin typeface="Calibri"/>
                <a:ea typeface="Calibri"/>
                <a:cs typeface="Calibri"/>
              </a:rPr>
              <a:t>Conclusion</a:t>
            </a:r>
          </a:p>
        </p:txBody>
      </p:sp>
      <p:sp>
        <p:nvSpPr>
          <p:cNvPr id="120" name="body">
            <a:extLst>
              <a:ext uri="{FF2B5EF4-FFF2-40B4-BE49-F238E27FC236}">
                <a16:creationId xmlns:a16="http://schemas.microsoft.com/office/drawing/2014/main" id="{60AA5E3E-C5D9-4436-A348-A1CD0407C183}"/>
              </a:ext>
            </a:extLst>
          </p:cNvPr>
          <p:cNvSpPr>
            <a:spLocks noGrp="1"/>
          </p:cNvSpPr>
          <p:nvPr/>
        </p:nvSpPr>
        <p:spPr>
          <a:xfrm>
            <a:off x="10835640" y="23362920"/>
            <a:ext cx="9006840" cy="164592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Group-restricted annotations do not establish biomarkers. Independent samples, adequate coverage and allele-level validation are needed.</a:t>
            </a:r>
          </a:p>
        </p:txBody>
      </p:sp>
      <p:sp>
        <p:nvSpPr>
          <p:cNvPr id="121" name="section-heading">
            <a:extLst>
              <a:ext uri="{FF2B5EF4-FFF2-40B4-BE49-F238E27FC236}">
                <a16:creationId xmlns:a16="http://schemas.microsoft.com/office/drawing/2014/main" id="{B39675FC-0001-4BFC-B05D-29E6EECC392D}"/>
              </a:ext>
            </a:extLst>
          </p:cNvPr>
          <p:cNvSpPr>
            <a:spLocks noGrp="1"/>
          </p:cNvSpPr>
          <p:nvPr/>
        </p:nvSpPr>
        <p:spPr>
          <a:xfrm>
            <a:off x="10835640" y="25328880"/>
            <a:ext cx="9006840" cy="777240"/>
          </a:xfrm>
          <a:prstGeom prst="rect">
            <a:avLst/>
          </a:prstGeom>
          <a:noFill/>
          <a:ln w="0">
            <a:noFill/>
            <a:prstDash val="solid"/>
          </a:ln>
        </p:spPr>
        <p:txBody>
          <a:bodyPr wrap="square" lIns="91440" tIns="45720" rIns="91440" bIns="45720">
            <a:noAutofit/>
          </a:bodyPr>
          <a:lstStyle>
            <a:defPPr algn="l">
              <a:defRPr sz="4800" b="1">
                <a:solidFill>
                  <a:srgbClr val="EE0000"/>
                </a:solidFill>
                <a:latin typeface="Calibri"/>
                <a:ea typeface="Calibri"/>
                <a:cs typeface="Calibri"/>
              </a:defRPr>
            </a:defPPr>
            <a:lvl1pPr algn="l">
              <a:defRPr sz="4800" b="1">
                <a:solidFill>
                  <a:srgbClr val="EE0000"/>
                </a:solidFill>
                <a:latin typeface="Calibri"/>
                <a:ea typeface="Calibri"/>
                <a:cs typeface="Calibri"/>
              </a:defRPr>
            </a:lvl1pPr>
            <a:lvl2pPr algn="l">
              <a:defRPr sz="4800" b="1">
                <a:solidFill>
                  <a:srgbClr val="EE0000"/>
                </a:solidFill>
                <a:latin typeface="Calibri"/>
                <a:ea typeface="Calibri"/>
                <a:cs typeface="Calibri"/>
              </a:defRPr>
            </a:lvl2pPr>
            <a:lvl3pPr algn="l">
              <a:defRPr sz="4800" b="1">
                <a:solidFill>
                  <a:srgbClr val="EE0000"/>
                </a:solidFill>
                <a:latin typeface="Calibri"/>
                <a:ea typeface="Calibri"/>
                <a:cs typeface="Calibri"/>
              </a:defRPr>
            </a:lvl3pPr>
            <a:lvl4pPr algn="l">
              <a:defRPr sz="4800" b="1">
                <a:solidFill>
                  <a:srgbClr val="EE0000"/>
                </a:solidFill>
                <a:latin typeface="Calibri"/>
                <a:ea typeface="Calibri"/>
                <a:cs typeface="Calibri"/>
              </a:defRPr>
            </a:lvl4pPr>
            <a:lvl5pPr algn="l">
              <a:defRPr sz="4800" b="1">
                <a:solidFill>
                  <a:srgbClr val="EE0000"/>
                </a:solidFill>
                <a:latin typeface="Calibri"/>
                <a:ea typeface="Calibri"/>
                <a:cs typeface="Calibri"/>
              </a:defRPr>
            </a:lvl5pPr>
            <a:lvl6pPr algn="l">
              <a:defRPr sz="4800" b="1">
                <a:solidFill>
                  <a:srgbClr val="EE0000"/>
                </a:solidFill>
                <a:latin typeface="Calibri"/>
                <a:ea typeface="Calibri"/>
                <a:cs typeface="Calibri"/>
              </a:defRPr>
            </a:lvl6pPr>
            <a:lvl7pPr algn="l">
              <a:defRPr sz="4800" b="1">
                <a:solidFill>
                  <a:srgbClr val="EE0000"/>
                </a:solidFill>
                <a:latin typeface="Calibri"/>
                <a:ea typeface="Calibri"/>
                <a:cs typeface="Calibri"/>
              </a:defRPr>
            </a:lvl7pPr>
            <a:lvl8pPr algn="l">
              <a:defRPr sz="4800" b="1">
                <a:solidFill>
                  <a:srgbClr val="EE0000"/>
                </a:solidFill>
                <a:latin typeface="Calibri"/>
                <a:ea typeface="Calibri"/>
                <a:cs typeface="Calibri"/>
              </a:defRPr>
            </a:lvl8pPr>
            <a:lvl9pPr algn="l">
              <a:defRPr sz="4800" b="1">
                <a:solidFill>
                  <a:srgbClr val="EE0000"/>
                </a:solidFill>
                <a:latin typeface="Calibri"/>
                <a:ea typeface="Calibri"/>
                <a:cs typeface="Calibri"/>
              </a:defRPr>
            </a:lvl9pPr>
          </a:lstStyle>
          <a:p>
            <a:pPr algn="l">
              <a:defRPr sz="4800" b="1">
                <a:solidFill>
                  <a:srgbClr val="EE0000"/>
                </a:solidFill>
                <a:latin typeface="Calibri"/>
                <a:ea typeface="Calibri"/>
                <a:cs typeface="Calibri"/>
              </a:defRPr>
            </a:pPr>
            <a:r>
              <a:rPr sz="4800" b="1">
                <a:solidFill>
                  <a:srgbClr val="EE0000"/>
                </a:solidFill>
                <a:latin typeface="Calibri"/>
                <a:ea typeface="Calibri"/>
                <a:cs typeface="Calibri"/>
              </a:rPr>
              <a:t>Major References</a:t>
            </a:r>
          </a:p>
        </p:txBody>
      </p:sp>
      <p:sp>
        <p:nvSpPr>
          <p:cNvPr id="122" name="body">
            <a:extLst>
              <a:ext uri="{FF2B5EF4-FFF2-40B4-BE49-F238E27FC236}">
                <a16:creationId xmlns:a16="http://schemas.microsoft.com/office/drawing/2014/main" id="{4D01623F-275E-43FF-85C0-3828D6F3C0D6}"/>
              </a:ext>
            </a:extLst>
          </p:cNvPr>
          <p:cNvSpPr>
            <a:spLocks noGrp="1"/>
          </p:cNvSpPr>
          <p:nvPr/>
        </p:nvSpPr>
        <p:spPr>
          <a:xfrm>
            <a:off x="10835640" y="26106120"/>
            <a:ext cx="9006840" cy="1920240"/>
          </a:xfrm>
          <a:prstGeom prst="rect">
            <a:avLst/>
          </a:prstGeom>
          <a:noFill/>
          <a:ln w="0">
            <a:noFill/>
            <a:prstDash val="solid"/>
          </a:ln>
        </p:spPr>
        <p:txBody>
          <a:bodyPr wrap="square" lIns="91440" tIns="45720" rIns="91440" bIns="45720">
            <a:noAutofit/>
          </a:bodyPr>
          <a:lstStyle>
            <a:defPPr algn="l">
              <a:defRPr sz="3200" b="0">
                <a:solidFill>
                  <a:srgbClr val="000000"/>
                </a:solidFill>
                <a:latin typeface="Calibri"/>
                <a:ea typeface="Calibri"/>
                <a:cs typeface="Calibri"/>
              </a:defRPr>
            </a:defPPr>
            <a:lvl1pPr algn="l">
              <a:defRPr sz="3200" b="0">
                <a:solidFill>
                  <a:srgbClr val="000000"/>
                </a:solidFill>
                <a:latin typeface="Calibri"/>
                <a:ea typeface="Calibri"/>
                <a:cs typeface="Calibri"/>
              </a:defRPr>
            </a:lvl1pPr>
            <a:lvl2pPr algn="l">
              <a:defRPr sz="3200" b="0">
                <a:solidFill>
                  <a:srgbClr val="000000"/>
                </a:solidFill>
                <a:latin typeface="Calibri"/>
                <a:ea typeface="Calibri"/>
                <a:cs typeface="Calibri"/>
              </a:defRPr>
            </a:lvl2pPr>
            <a:lvl3pPr algn="l">
              <a:defRPr sz="3200" b="0">
                <a:solidFill>
                  <a:srgbClr val="000000"/>
                </a:solidFill>
                <a:latin typeface="Calibri"/>
                <a:ea typeface="Calibri"/>
                <a:cs typeface="Calibri"/>
              </a:defRPr>
            </a:lvl3pPr>
            <a:lvl4pPr algn="l">
              <a:defRPr sz="3200" b="0">
                <a:solidFill>
                  <a:srgbClr val="000000"/>
                </a:solidFill>
                <a:latin typeface="Calibri"/>
                <a:ea typeface="Calibri"/>
                <a:cs typeface="Calibri"/>
              </a:defRPr>
            </a:lvl4pPr>
            <a:lvl5pPr algn="l">
              <a:defRPr sz="3200" b="0">
                <a:solidFill>
                  <a:srgbClr val="000000"/>
                </a:solidFill>
                <a:latin typeface="Calibri"/>
                <a:ea typeface="Calibri"/>
                <a:cs typeface="Calibri"/>
              </a:defRPr>
            </a:lvl5pPr>
            <a:lvl6pPr algn="l">
              <a:defRPr sz="3200" b="0">
                <a:solidFill>
                  <a:srgbClr val="000000"/>
                </a:solidFill>
                <a:latin typeface="Calibri"/>
                <a:ea typeface="Calibri"/>
                <a:cs typeface="Calibri"/>
              </a:defRPr>
            </a:lvl6pPr>
            <a:lvl7pPr algn="l">
              <a:defRPr sz="3200" b="0">
                <a:solidFill>
                  <a:srgbClr val="000000"/>
                </a:solidFill>
                <a:latin typeface="Calibri"/>
                <a:ea typeface="Calibri"/>
                <a:cs typeface="Calibri"/>
              </a:defRPr>
            </a:lvl7pPr>
            <a:lvl8pPr algn="l">
              <a:defRPr sz="3200" b="0">
                <a:solidFill>
                  <a:srgbClr val="000000"/>
                </a:solidFill>
                <a:latin typeface="Calibri"/>
                <a:ea typeface="Calibri"/>
                <a:cs typeface="Calibri"/>
              </a:defRPr>
            </a:lvl8pPr>
            <a:lvl9pPr algn="l">
              <a:defRPr sz="3200" b="0">
                <a:solidFill>
                  <a:srgbClr val="000000"/>
                </a:solidFill>
                <a:latin typeface="Calibri"/>
                <a:ea typeface="Calibri"/>
                <a:cs typeface="Calibri"/>
              </a:defRPr>
            </a:lvl9pPr>
          </a:lstStyle>
          <a:p>
            <a:pPr algn="l">
              <a:defRPr sz="3200" b="0">
                <a:solidFill>
                  <a:srgbClr val="000000"/>
                </a:solidFill>
                <a:latin typeface="Calibri"/>
                <a:ea typeface="Calibri"/>
                <a:cs typeface="Calibri"/>
              </a:defRPr>
            </a:pPr>
            <a:r>
              <a:rPr sz="3200" b="0">
                <a:solidFill>
                  <a:srgbClr val="000000"/>
                </a:solidFill>
                <a:latin typeface="Calibri"/>
                <a:ea typeface="Calibri"/>
                <a:cs typeface="Calibri"/>
              </a:rPr>
              <a:t>[1] Lysenkova Wiklander et al. (2023). BMC Research Notes, 16, 265.</a:t>
            </a:r>
          </a:p>
          <a:p>
            <a:pPr algn="l">
              <a:defRPr sz="3200" b="0">
                <a:solidFill>
                  <a:srgbClr val="000000"/>
                </a:solidFill>
                <a:latin typeface="Calibri"/>
                <a:ea typeface="Calibri"/>
                <a:cs typeface="Calibri"/>
              </a:defRPr>
            </a:pPr>
            <a:r>
              <a:rPr sz="3200" b="0">
                <a:solidFill>
                  <a:srgbClr val="000000"/>
                </a:solidFill>
                <a:latin typeface="Calibri"/>
                <a:ea typeface="Calibri"/>
                <a:cs typeface="Calibri"/>
              </a:rPr>
              <a:t>[2] Lysenkova Wiklander et al. (2024). Life Science Alliance, 7, e202302481.</a:t>
            </a:r>
          </a:p>
        </p:txBody>
      </p:sp>
    </p:spTree>
    <p:extLst>
      <p:ext uri="{BB962C8B-B14F-4D97-AF65-F5344CB8AC3E}">
        <p14:creationId xmlns:p14="http://schemas.microsoft.com/office/powerpoint/2010/main" val="23281367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167</TotalTime>
  <Words>99</Words>
  <Application>Microsoft Office PowerPoint</Application>
  <PresentationFormat>Custom</PresentationFormat>
  <Paragraphs>67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Onasanya Amos</dc:creator>
  <cp:lastModifiedBy>Onasanya Amos</cp:lastModifiedBy>
  <cp:revision>14</cp:revision>
  <dcterms:created xsi:type="dcterms:W3CDTF">2026-07-30T10:35:09Z</dcterms:created>
  <dcterms:modified xsi:type="dcterms:W3CDTF">2026-09-20T19:22:11Z</dcterms:modified>
</cp:coreProperties>
</file>