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76" r:id="rId3"/>
    <p:sldId id="280" r:id="rId4"/>
    <p:sldId id="279" r:id="rId5"/>
    <p:sldId id="281" r:id="rId6"/>
    <p:sldId id="282" r:id="rId7"/>
    <p:sldId id="277" r:id="rId8"/>
    <p:sldId id="278" r:id="rId9"/>
    <p:sldId id="284" r:id="rId10"/>
    <p:sldId id="283" r:id="rId11"/>
  </p:sldIdLst>
  <p:sldSz cx="41148000" cy="22860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9" d="100"/>
          <a:sy n="19" d="100"/>
        </p:scale>
        <p:origin x="77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C306AE-870E-4420-9BF5-FA803DCD3F8A}" type="datetimeFigureOut">
              <a:rPr lang="en-US" smtClean="0"/>
              <a:t>9/20/2026</a:t>
            </a:fld>
            <a:endParaRPr lang="en-US"/>
          </a:p>
        </p:txBody>
      </p:sp>
      <p:sp>
        <p:nvSpPr>
          <p:cNvPr id="4" name="Slide Image Placeholder 3"/>
          <p:cNvSpPr>
            <a:spLocks noGrp="1" noRot="1" noChangeAspect="1"/>
          </p:cNvSpPr>
          <p:nvPr>
            <p:ph type="sldImg" idx="2"/>
          </p:nvPr>
        </p:nvSpPr>
        <p:spPr>
          <a:xfrm>
            <a:off x="652463" y="1143000"/>
            <a:ext cx="55530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C23078-79FE-4206-9209-91DFAAC7A0A5}" type="slidenum">
              <a:rPr lang="en-US" smtClean="0"/>
              <a:t>‹#›</a:t>
            </a:fld>
            <a:endParaRPr lang="en-US"/>
          </a:p>
        </p:txBody>
      </p:sp>
    </p:spTree>
    <p:extLst>
      <p:ext uri="{BB962C8B-B14F-4D97-AF65-F5344CB8AC3E}">
        <p14:creationId xmlns:p14="http://schemas.microsoft.com/office/powerpoint/2010/main" val="956555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Title page and author affiliations.</a:t>
            </a:r>
          </a:p>
          <a:p>
            <a:r>
              <a:t>Principal message: Descriptive chromosome 9 comparison across public sequencing runs.</a:t>
            </a:r>
          </a:p>
          <a:p>
            <a:r>
              <a:t>Author affiliations are abbreviated for the oral presentation. Full names and affiliations follow the manuscript. The corresponding-author email is not supplied.</a:t>
            </a:r>
          </a:p>
        </p:txBody>
      </p:sp>
      <p:sp>
        <p:nvSpPr>
          <p:cNvPr id="4" name="Slide Number Placeholder 3"/>
          <p:cNvSpPr>
            <a:spLocks noGrp="1"/>
          </p:cNvSpPr>
          <p:nvPr>
            <p:ph type="sldNum" sz="quarter" idx="5"/>
          </p:nvPr>
        </p:nvSpPr>
        <p:spPr/>
        <p:txBody>
          <a:bodyPr/>
          <a:lstStyle/>
          <a:p>
            <a:fld id="{51C23078-79FE-4206-9209-91DFAAC7A0A5}" type="slidenum">
              <a:rPr lang="en-US" smtClean="0"/>
              <a:t>1</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Introduction; Background and Literature Review.</a:t>
            </a:r>
          </a:p>
          <a:p>
            <a:r>
              <a:t>Principal message: Interpret chromosome 9 annotation differences in their sequencing context.</a:t>
            </a:r>
          </a:p>
        </p:txBody>
      </p:sp>
      <p:sp>
        <p:nvSpPr>
          <p:cNvPr id="4" name="Slide Number Placeholder 3"/>
          <p:cNvSpPr>
            <a:spLocks noGrp="1"/>
          </p:cNvSpPr>
          <p:nvPr>
            <p:ph type="sldNum" sz="quarter" idx="5"/>
          </p:nvPr>
        </p:nvSpPr>
        <p:spPr/>
        <p:txBody>
          <a:bodyPr/>
          <a:lstStyle/>
          <a:p>
            <a:fld id="{51C23078-79FE-4206-9209-91DFAAC7A0A5}" type="slidenum">
              <a:rPr lang="en-US" smtClean="0"/>
              <a:t>2</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Methods §3.1.1; Table 1; Results §3.2.1.</a:t>
            </a:r>
          </a:p>
          <a:p>
            <a:r>
              <a:t>Principal message: Six runs represent four BioSamples; all ALL runs measure one REH source.</a:t>
            </a:r>
          </a:p>
          <a:p>
            <a:r>
              <a:t>The three ALL runs share SAMN13831871. AML-1: SAMN02709918; AML-2: SAMN34434777; AML-3: SAMN17383328. ML-2 originates from a control/decitabine comparison, HL-60 from an apoptotic fragmentomics library and AML-3 from sparse sequencing for copy-number quantification.</a:t>
            </a:r>
          </a:p>
        </p:txBody>
      </p:sp>
      <p:sp>
        <p:nvSpPr>
          <p:cNvPr id="4" name="Slide Number Placeholder 3"/>
          <p:cNvSpPr>
            <a:spLocks noGrp="1"/>
          </p:cNvSpPr>
          <p:nvPr>
            <p:ph type="sldNum" sz="quarter" idx="5"/>
          </p:nvPr>
        </p:nvSpPr>
        <p:spPr/>
        <p:txBody>
          <a:bodyPr/>
          <a:lstStyle/>
          <a:p>
            <a:fld id="{51C23078-79FE-4206-9209-91DFAAC7A0A5}" type="slidenum">
              <a:rPr lang="en-US" smtClean="0"/>
              <a:t>3</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Methods §§3.1.2–3.1.4; Results §3.2.1.</a:t>
            </a:r>
          </a:p>
          <a:p>
            <a:r>
              <a:t>Principal message: Chromosome coverage limits interpretation of annotation profiles.</a:t>
            </a:r>
          </a:p>
          <a:p>
            <a:r>
              <a:t>Manuscript methods: FastQC; Trimmomatic, Q30 and minimum length 50 bp; SPAdes, retained contigs at least 500 bp; QUAST; Geneious Mapper at medium sensitivity. Geneious approximate minimum variant frequency 0.6, variant P&lt;0.001, strand-bias P threshold 10^-6; strand bias above 65% flagged. These are calling/filtering thresholds, not tests of AML/ALL differences. ALL-1: 328,321 reads, 326 assigned to assembled component, 327,995 unassembled. Clustering uses correlation distance and average linkage.</a:t>
            </a:r>
          </a:p>
        </p:txBody>
      </p:sp>
      <p:sp>
        <p:nvSpPr>
          <p:cNvPr id="4" name="Slide Number Placeholder 3"/>
          <p:cNvSpPr>
            <a:spLocks noGrp="1"/>
          </p:cNvSpPr>
          <p:nvPr>
            <p:ph type="sldNum" sz="quarter" idx="5"/>
          </p:nvPr>
        </p:nvSpPr>
        <p:spPr/>
        <p:txBody>
          <a:bodyPr/>
          <a:lstStyle/>
          <a:p>
            <a:fld id="{51C23078-79FE-4206-9209-91DFAAC7A0A5}" type="slidenum">
              <a:rPr lang="en-US" smtClean="0"/>
              <a:t>4</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Results §3.2.2; Figures 1–2; Table 2.</a:t>
            </a:r>
          </a:p>
          <a:p>
            <a:r>
              <a:t>Principal message: AML-associated counts are higher and more dispersed, with overlapping ranges.</a:t>
            </a:r>
          </a:p>
        </p:txBody>
      </p:sp>
      <p:sp>
        <p:nvSpPr>
          <p:cNvPr id="4" name="Slide Number Placeholder 3"/>
          <p:cNvSpPr>
            <a:spLocks noGrp="1"/>
          </p:cNvSpPr>
          <p:nvPr>
            <p:ph type="sldNum" sz="quarter" idx="5"/>
          </p:nvPr>
        </p:nvSpPr>
        <p:spPr/>
        <p:txBody>
          <a:bodyPr/>
          <a:lstStyle/>
          <a:p>
            <a:fld id="{51C23078-79FE-4206-9209-91DFAAC7A0A5}" type="slidenum">
              <a:rPr lang="en-US" smtClean="0"/>
              <a:t>5</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Results §§3.2.3–3.2.4; Figures 3–4; Table 2.</a:t>
            </a:r>
          </a:p>
          <a:p>
            <a:r>
              <a:t>Principal message: Coding summaries differ, but pooled categories do not identify recurrent alleles.</a:t>
            </a:r>
          </a:p>
          <a:p>
            <a:r>
              <a:t>Table is a qualitative synthesis of the manuscript, not a reconstruction of numerical protein-effect proportions. Codon and coding-position labels are pooled across coding sequences.</a:t>
            </a:r>
          </a:p>
        </p:txBody>
      </p:sp>
      <p:sp>
        <p:nvSpPr>
          <p:cNvPr id="4" name="Slide Number Placeholder 3"/>
          <p:cNvSpPr>
            <a:spLocks noGrp="1"/>
          </p:cNvSpPr>
          <p:nvPr>
            <p:ph type="sldNum" sz="quarter" idx="5"/>
          </p:nvPr>
        </p:nvSpPr>
        <p:spPr/>
        <p:txBody>
          <a:bodyPr/>
          <a:lstStyle/>
          <a:p>
            <a:fld id="{51C23078-79FE-4206-9209-91DFAAC7A0A5}" type="slidenum">
              <a:rPr lang="en-US" smtClean="0"/>
              <a:t>6</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Results §3.2.5; Figure 5.</a:t>
            </a:r>
          </a:p>
          <a:p>
            <a:r>
              <a:t>Principal message: Recovered sets contain more group-restricted entries than shared entries.</a:t>
            </a:r>
          </a:p>
        </p:txBody>
      </p:sp>
      <p:sp>
        <p:nvSpPr>
          <p:cNvPr id="4" name="Slide Number Placeholder 3"/>
          <p:cNvSpPr>
            <a:spLocks noGrp="1"/>
          </p:cNvSpPr>
          <p:nvPr>
            <p:ph type="sldNum" sz="quarter" idx="5"/>
          </p:nvPr>
        </p:nvSpPr>
        <p:spPr/>
        <p:txBody>
          <a:bodyPr/>
          <a:lstStyle/>
          <a:p>
            <a:fld id="{51C23078-79FE-4206-9209-91DFAAC7A0A5}" type="slidenum">
              <a:rPr lang="en-US" smtClean="0"/>
              <a:t>7</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Results §3.2.6; original manuscript Figure 6; corroborated by Figure 7.</a:t>
            </a:r>
          </a:p>
          <a:p>
            <a:r>
              <a:t>Principal message: Leukemia labels intermix in clustering, with ALL-3 and AML-2 closest.</a:t>
            </a:r>
          </a:p>
          <a:p>
            <a:r>
              <a:t>Original Figure 6 embedded without changes to pixels. Its legacy title uses mutation profiles; the manuscript defines the analyzed entries as annotation records, not validated somatic mutations. Distances represent clustering geometry rather than statistical support. Original raster labels have no measurable PowerPoint font size. Figure 7 corroborates the ALL-3/AML-2 pair.</a:t>
            </a:r>
          </a:p>
        </p:txBody>
      </p:sp>
      <p:sp>
        <p:nvSpPr>
          <p:cNvPr id="4" name="Slide Number Placeholder 3"/>
          <p:cNvSpPr>
            <a:spLocks noGrp="1"/>
          </p:cNvSpPr>
          <p:nvPr>
            <p:ph type="sldNum" sz="quarter" idx="5"/>
          </p:nvPr>
        </p:nvSpPr>
        <p:spPr/>
        <p:txBody>
          <a:bodyPr/>
          <a:lstStyle/>
          <a:p>
            <a:fld id="{51C23078-79FE-4206-9209-91DFAAC7A0A5}" type="slidenum">
              <a:rPr lang="en-US" smtClean="0"/>
              <a:t>8</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Discussion; Conclusion.</a:t>
            </a:r>
          </a:p>
          <a:p>
            <a:r>
              <a:t>Principal message: Descriptive annotation differences need controlled biological validation.</a:t>
            </a:r>
          </a:p>
        </p:txBody>
      </p:sp>
      <p:sp>
        <p:nvSpPr>
          <p:cNvPr id="4" name="Slide Number Placeholder 3"/>
          <p:cNvSpPr>
            <a:spLocks noGrp="1"/>
          </p:cNvSpPr>
          <p:nvPr>
            <p:ph type="sldNum" sz="quarter" idx="5"/>
          </p:nvPr>
        </p:nvSpPr>
        <p:spPr/>
        <p:txBody>
          <a:bodyPr/>
          <a:lstStyle/>
          <a:p>
            <a:fld id="{51C23078-79FE-4206-9209-91DFAAC7A0A5}" type="slidenum">
              <a:rPr lang="en-US" smtClean="0"/>
              <a:t>9</a:t>
            </a:fld>
            <a:endParaRPr lang="en-US"/>
          </a:p>
        </p:txBody>
      </p:sp>
    </p:spTree>
    <p:extLst>
      <p:ext uri="{BB962C8B-B14F-4D97-AF65-F5344CB8AC3E}">
        <p14:creationId xmlns:p14="http://schemas.microsoft.com/office/powerpoint/2010/main" val="1166023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Progress Ajayi Manuscript(1).docx. Selected entries copied from manuscript References.</a:t>
            </a:r>
          </a:p>
          <a:p>
            <a:r>
              <a:t>Principal message: Selected provenance, annotation and chromosome 9 literature.</a:t>
            </a:r>
          </a:p>
          <a:p>
            <a:r>
              <a:t>Selected references are reproduced from the supplied manuscript, without an independent bibliographic audit. Full author lists remain in the manuscript.</a:t>
            </a:r>
          </a:p>
        </p:txBody>
      </p:sp>
      <p:sp>
        <p:nvSpPr>
          <p:cNvPr id="4" name="Slide Number Placeholder 3"/>
          <p:cNvSpPr>
            <a:spLocks noGrp="1"/>
          </p:cNvSpPr>
          <p:nvPr>
            <p:ph type="sldNum" sz="quarter" idx="5"/>
          </p:nvPr>
        </p:nvSpPr>
        <p:spPr/>
        <p:txBody>
          <a:bodyPr/>
          <a:lstStyle/>
          <a:p>
            <a:fld id="{51C23078-79FE-4206-9209-91DFAAC7A0A5}" type="slidenum">
              <a:rPr lang="en-US" smtClean="0"/>
              <a:t>10</a:t>
            </a:fld>
            <a:endParaRPr lang="en-US"/>
          </a:p>
        </p:txBody>
      </p:sp>
    </p:spTree>
    <p:extLst>
      <p:ext uri="{BB962C8B-B14F-4D97-AF65-F5344CB8AC3E}">
        <p14:creationId xmlns:p14="http://schemas.microsoft.com/office/powerpoint/2010/main" val="1166023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0" y="3741210"/>
            <a:ext cx="30861000" cy="7958667"/>
          </a:xfrm>
        </p:spPr>
        <p:txBody>
          <a:bodyPr anchor="b"/>
          <a:lstStyle>
            <a:lvl1pPr algn="ctr">
              <a:defRPr sz="20000"/>
            </a:lvl1pPr>
          </a:lstStyle>
          <a:p>
            <a:r>
              <a:rPr lang="en-US"/>
              <a:t>Click to edit Master title style</a:t>
            </a:r>
            <a:endParaRPr lang="en-US" dirty="0"/>
          </a:p>
        </p:txBody>
      </p:sp>
      <p:sp>
        <p:nvSpPr>
          <p:cNvPr id="3" name="Subtitle 2"/>
          <p:cNvSpPr>
            <a:spLocks noGrp="1"/>
          </p:cNvSpPr>
          <p:nvPr>
            <p:ph type="subTitle" idx="1"/>
          </p:nvPr>
        </p:nvSpPr>
        <p:spPr>
          <a:xfrm>
            <a:off x="5143500" y="12006793"/>
            <a:ext cx="30861000" cy="5519207"/>
          </a:xfrm>
        </p:spPr>
        <p:txBody>
          <a:bodyPr/>
          <a:lstStyle>
            <a:lvl1pPr marL="0" indent="0" algn="ctr">
              <a:buNone/>
              <a:defRPr sz="8000"/>
            </a:lvl1pPr>
            <a:lvl2pPr marL="1523985" indent="0" algn="ctr">
              <a:buNone/>
              <a:defRPr sz="6667"/>
            </a:lvl2pPr>
            <a:lvl3pPr marL="3047970" indent="0" algn="ctr">
              <a:buNone/>
              <a:defRPr sz="6000"/>
            </a:lvl3pPr>
            <a:lvl4pPr marL="4571954" indent="0" algn="ctr">
              <a:buNone/>
              <a:defRPr sz="5333"/>
            </a:lvl4pPr>
            <a:lvl5pPr marL="6095939" indent="0" algn="ctr">
              <a:buNone/>
              <a:defRPr sz="5333"/>
            </a:lvl5pPr>
            <a:lvl6pPr marL="7619924" indent="0" algn="ctr">
              <a:buNone/>
              <a:defRPr sz="5333"/>
            </a:lvl6pPr>
            <a:lvl7pPr marL="9143909" indent="0" algn="ctr">
              <a:buNone/>
              <a:defRPr sz="5333"/>
            </a:lvl7pPr>
            <a:lvl8pPr marL="10667893" indent="0" algn="ctr">
              <a:buNone/>
              <a:defRPr sz="5333"/>
            </a:lvl8pPr>
            <a:lvl9pPr marL="12191878" indent="0" algn="ctr">
              <a:buNone/>
              <a:defRPr sz="533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382419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2885213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807494" y="5699129"/>
            <a:ext cx="35490150" cy="9509123"/>
          </a:xfrm>
        </p:spPr>
        <p:txBody>
          <a:bodyPr anchor="b"/>
          <a:lstStyle>
            <a:lvl1pPr>
              <a:defRPr sz="20000"/>
            </a:lvl1pPr>
          </a:lstStyle>
          <a:p>
            <a:r>
              <a:rPr lang="en-US"/>
              <a:t>Click to edit Master title style</a:t>
            </a:r>
            <a:endParaRPr lang="en-US" dirty="0"/>
          </a:p>
        </p:txBody>
      </p:sp>
      <p:sp>
        <p:nvSpPr>
          <p:cNvPr id="3" name="Text Placeholder 2"/>
          <p:cNvSpPr>
            <a:spLocks noGrp="1"/>
          </p:cNvSpPr>
          <p:nvPr>
            <p:ph type="body" idx="1"/>
          </p:nvPr>
        </p:nvSpPr>
        <p:spPr>
          <a:xfrm>
            <a:off x="2807494" y="15298212"/>
            <a:ext cx="35490150" cy="5000623"/>
          </a:xfrm>
        </p:spPr>
        <p:txBody>
          <a:bodyPr/>
          <a:lstStyle>
            <a:lvl1pPr marL="0" indent="0">
              <a:buNone/>
              <a:defRPr sz="8000">
                <a:solidFill>
                  <a:schemeClr val="tx1">
                    <a:tint val="75000"/>
                  </a:schemeClr>
                </a:solidFill>
              </a:defRPr>
            </a:lvl1pPr>
            <a:lvl2pPr marL="1523985" indent="0">
              <a:buNone/>
              <a:defRPr sz="6667">
                <a:solidFill>
                  <a:schemeClr val="tx1">
                    <a:tint val="75000"/>
                  </a:schemeClr>
                </a:solidFill>
              </a:defRPr>
            </a:lvl2pPr>
            <a:lvl3pPr marL="3047970" indent="0">
              <a:buNone/>
              <a:defRPr sz="6000">
                <a:solidFill>
                  <a:schemeClr val="tx1">
                    <a:tint val="75000"/>
                  </a:schemeClr>
                </a:solidFill>
              </a:defRPr>
            </a:lvl3pPr>
            <a:lvl4pPr marL="4571954" indent="0">
              <a:buNone/>
              <a:defRPr sz="5333">
                <a:solidFill>
                  <a:schemeClr val="tx1">
                    <a:tint val="75000"/>
                  </a:schemeClr>
                </a:solidFill>
              </a:defRPr>
            </a:lvl4pPr>
            <a:lvl5pPr marL="6095939" indent="0">
              <a:buNone/>
              <a:defRPr sz="5333">
                <a:solidFill>
                  <a:schemeClr val="tx1">
                    <a:tint val="75000"/>
                  </a:schemeClr>
                </a:solidFill>
              </a:defRPr>
            </a:lvl5pPr>
            <a:lvl6pPr marL="7619924" indent="0">
              <a:buNone/>
              <a:defRPr sz="5333">
                <a:solidFill>
                  <a:schemeClr val="tx1">
                    <a:tint val="75000"/>
                  </a:schemeClr>
                </a:solidFill>
              </a:defRPr>
            </a:lvl6pPr>
            <a:lvl7pPr marL="9143909" indent="0">
              <a:buNone/>
              <a:defRPr sz="5333">
                <a:solidFill>
                  <a:schemeClr val="tx1">
                    <a:tint val="75000"/>
                  </a:schemeClr>
                </a:solidFill>
              </a:defRPr>
            </a:lvl7pPr>
            <a:lvl8pPr marL="10667893" indent="0">
              <a:buNone/>
              <a:defRPr sz="5333">
                <a:solidFill>
                  <a:schemeClr val="tx1">
                    <a:tint val="75000"/>
                  </a:schemeClr>
                </a:solidFill>
              </a:defRPr>
            </a:lvl8pPr>
            <a:lvl9pPr marL="12191878" indent="0">
              <a:buNone/>
              <a:defRPr sz="53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4084959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828925" y="6085417"/>
            <a:ext cx="17487900" cy="14504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0831175" y="6085417"/>
            <a:ext cx="17487900" cy="145044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013C3E9-039C-4261-81F3-6552C0ECD353}"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2944792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34285" y="1217085"/>
            <a:ext cx="35490150" cy="441854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834286" y="5603877"/>
            <a:ext cx="17407531" cy="2746373"/>
          </a:xfrm>
        </p:spPr>
        <p:txBody>
          <a:bodyPr anchor="b"/>
          <a:lstStyle>
            <a:lvl1pPr marL="0" indent="0">
              <a:buNone/>
              <a:defRPr sz="8000" b="1"/>
            </a:lvl1pPr>
            <a:lvl2pPr marL="1523985" indent="0">
              <a:buNone/>
              <a:defRPr sz="6667" b="1"/>
            </a:lvl2pPr>
            <a:lvl3pPr marL="3047970" indent="0">
              <a:buNone/>
              <a:defRPr sz="6000" b="1"/>
            </a:lvl3pPr>
            <a:lvl4pPr marL="4571954" indent="0">
              <a:buNone/>
              <a:defRPr sz="5333" b="1"/>
            </a:lvl4pPr>
            <a:lvl5pPr marL="6095939" indent="0">
              <a:buNone/>
              <a:defRPr sz="5333" b="1"/>
            </a:lvl5pPr>
            <a:lvl6pPr marL="7619924" indent="0">
              <a:buNone/>
              <a:defRPr sz="5333" b="1"/>
            </a:lvl6pPr>
            <a:lvl7pPr marL="9143909" indent="0">
              <a:buNone/>
              <a:defRPr sz="5333" b="1"/>
            </a:lvl7pPr>
            <a:lvl8pPr marL="10667893" indent="0">
              <a:buNone/>
              <a:defRPr sz="5333" b="1"/>
            </a:lvl8pPr>
            <a:lvl9pPr marL="12191878" indent="0">
              <a:buNone/>
              <a:defRPr sz="5333" b="1"/>
            </a:lvl9pPr>
          </a:lstStyle>
          <a:p>
            <a:pPr lvl="0"/>
            <a:r>
              <a:rPr lang="en-US"/>
              <a:t>Click to edit Master text styles</a:t>
            </a:r>
          </a:p>
        </p:txBody>
      </p:sp>
      <p:sp>
        <p:nvSpPr>
          <p:cNvPr id="4" name="Content Placeholder 3"/>
          <p:cNvSpPr>
            <a:spLocks noGrp="1"/>
          </p:cNvSpPr>
          <p:nvPr>
            <p:ph sz="half" idx="2"/>
          </p:nvPr>
        </p:nvSpPr>
        <p:spPr>
          <a:xfrm>
            <a:off x="2834286" y="8350250"/>
            <a:ext cx="17407531" cy="1228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0831175" y="5603877"/>
            <a:ext cx="17493260" cy="2746373"/>
          </a:xfrm>
        </p:spPr>
        <p:txBody>
          <a:bodyPr anchor="b"/>
          <a:lstStyle>
            <a:lvl1pPr marL="0" indent="0">
              <a:buNone/>
              <a:defRPr sz="8000" b="1"/>
            </a:lvl1pPr>
            <a:lvl2pPr marL="1523985" indent="0">
              <a:buNone/>
              <a:defRPr sz="6667" b="1"/>
            </a:lvl2pPr>
            <a:lvl3pPr marL="3047970" indent="0">
              <a:buNone/>
              <a:defRPr sz="6000" b="1"/>
            </a:lvl3pPr>
            <a:lvl4pPr marL="4571954" indent="0">
              <a:buNone/>
              <a:defRPr sz="5333" b="1"/>
            </a:lvl4pPr>
            <a:lvl5pPr marL="6095939" indent="0">
              <a:buNone/>
              <a:defRPr sz="5333" b="1"/>
            </a:lvl5pPr>
            <a:lvl6pPr marL="7619924" indent="0">
              <a:buNone/>
              <a:defRPr sz="5333" b="1"/>
            </a:lvl6pPr>
            <a:lvl7pPr marL="9143909" indent="0">
              <a:buNone/>
              <a:defRPr sz="5333" b="1"/>
            </a:lvl7pPr>
            <a:lvl8pPr marL="10667893" indent="0">
              <a:buNone/>
              <a:defRPr sz="5333" b="1"/>
            </a:lvl8pPr>
            <a:lvl9pPr marL="12191878" indent="0">
              <a:buNone/>
              <a:defRPr sz="5333" b="1"/>
            </a:lvl9pPr>
          </a:lstStyle>
          <a:p>
            <a:pPr lvl="0"/>
            <a:r>
              <a:rPr lang="en-US"/>
              <a:t>Click to edit Master text styles</a:t>
            </a:r>
          </a:p>
        </p:txBody>
      </p:sp>
      <p:sp>
        <p:nvSpPr>
          <p:cNvPr id="6" name="Content Placeholder 5"/>
          <p:cNvSpPr>
            <a:spLocks noGrp="1"/>
          </p:cNvSpPr>
          <p:nvPr>
            <p:ph sz="quarter" idx="4"/>
          </p:nvPr>
        </p:nvSpPr>
        <p:spPr>
          <a:xfrm>
            <a:off x="20831175" y="8350250"/>
            <a:ext cx="17493260" cy="1228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013C3E9-039C-4261-81F3-6552C0ECD353}"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2984687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013C3E9-039C-4261-81F3-6552C0ECD353}"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3739567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13C3E9-039C-4261-81F3-6552C0ECD353}"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155364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34286" y="1524000"/>
            <a:ext cx="13271300" cy="5334000"/>
          </a:xfrm>
        </p:spPr>
        <p:txBody>
          <a:bodyPr anchor="b"/>
          <a:lstStyle>
            <a:lvl1pPr>
              <a:defRPr sz="10667"/>
            </a:lvl1pPr>
          </a:lstStyle>
          <a:p>
            <a:r>
              <a:rPr lang="en-US"/>
              <a:t>Click to edit Master title style</a:t>
            </a:r>
            <a:endParaRPr lang="en-US" dirty="0"/>
          </a:p>
        </p:txBody>
      </p:sp>
      <p:sp>
        <p:nvSpPr>
          <p:cNvPr id="3" name="Content Placeholder 2"/>
          <p:cNvSpPr>
            <a:spLocks noGrp="1"/>
          </p:cNvSpPr>
          <p:nvPr>
            <p:ph idx="1"/>
          </p:nvPr>
        </p:nvSpPr>
        <p:spPr>
          <a:xfrm>
            <a:off x="17493259" y="3291418"/>
            <a:ext cx="20831175" cy="16245417"/>
          </a:xfrm>
        </p:spPr>
        <p:txBody>
          <a:bodyPr/>
          <a:lstStyle>
            <a:lvl1pPr>
              <a:defRPr sz="10667"/>
            </a:lvl1pPr>
            <a:lvl2pPr>
              <a:defRPr sz="9333"/>
            </a:lvl2pPr>
            <a:lvl3pPr>
              <a:defRPr sz="8000"/>
            </a:lvl3pPr>
            <a:lvl4pPr>
              <a:defRPr sz="6667"/>
            </a:lvl4pPr>
            <a:lvl5pPr>
              <a:defRPr sz="6667"/>
            </a:lvl5pPr>
            <a:lvl6pPr>
              <a:defRPr sz="6667"/>
            </a:lvl6pPr>
            <a:lvl7pPr>
              <a:defRPr sz="6667"/>
            </a:lvl7pPr>
            <a:lvl8pPr>
              <a:defRPr sz="6667"/>
            </a:lvl8pPr>
            <a:lvl9pPr>
              <a:defRPr sz="6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834286" y="6858000"/>
            <a:ext cx="13271300" cy="12705293"/>
          </a:xfrm>
        </p:spPr>
        <p:txBody>
          <a:bodyPr/>
          <a:lstStyle>
            <a:lvl1pPr marL="0" indent="0">
              <a:buNone/>
              <a:defRPr sz="5333"/>
            </a:lvl1pPr>
            <a:lvl2pPr marL="1523985" indent="0">
              <a:buNone/>
              <a:defRPr sz="4667"/>
            </a:lvl2pPr>
            <a:lvl3pPr marL="3047970" indent="0">
              <a:buNone/>
              <a:defRPr sz="4000"/>
            </a:lvl3pPr>
            <a:lvl4pPr marL="4571954" indent="0">
              <a:buNone/>
              <a:defRPr sz="3333"/>
            </a:lvl4pPr>
            <a:lvl5pPr marL="6095939" indent="0">
              <a:buNone/>
              <a:defRPr sz="3333"/>
            </a:lvl5pPr>
            <a:lvl6pPr marL="7619924" indent="0">
              <a:buNone/>
              <a:defRPr sz="3333"/>
            </a:lvl6pPr>
            <a:lvl7pPr marL="9143909" indent="0">
              <a:buNone/>
              <a:defRPr sz="3333"/>
            </a:lvl7pPr>
            <a:lvl8pPr marL="10667893" indent="0">
              <a:buNone/>
              <a:defRPr sz="3333"/>
            </a:lvl8pPr>
            <a:lvl9pPr marL="12191878" indent="0">
              <a:buNone/>
              <a:defRPr sz="3333"/>
            </a:lvl9pPr>
          </a:lstStyle>
          <a:p>
            <a:pPr lvl="0"/>
            <a:r>
              <a:rPr lang="en-US"/>
              <a:t>Click to edit Master text styles</a:t>
            </a:r>
          </a:p>
        </p:txBody>
      </p:sp>
      <p:sp>
        <p:nvSpPr>
          <p:cNvPr id="5" name="Date Placeholder 4"/>
          <p:cNvSpPr>
            <a:spLocks noGrp="1"/>
          </p:cNvSpPr>
          <p:nvPr>
            <p:ph type="dt" sz="half" idx="10"/>
          </p:nvPr>
        </p:nvSpPr>
        <p:spPr/>
        <p:txBody>
          <a:bodyPr/>
          <a:lstStyle/>
          <a:p>
            <a:fld id="{6013C3E9-039C-4261-81F3-6552C0ECD353}"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2697742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34286" y="1524000"/>
            <a:ext cx="13271300" cy="5334000"/>
          </a:xfrm>
        </p:spPr>
        <p:txBody>
          <a:bodyPr anchor="b"/>
          <a:lstStyle>
            <a:lvl1pPr>
              <a:defRPr sz="10667"/>
            </a:lvl1pPr>
          </a:lstStyle>
          <a:p>
            <a:r>
              <a:rPr lang="en-US"/>
              <a:t>Click to edit Master title style</a:t>
            </a:r>
            <a:endParaRPr lang="en-US" dirty="0"/>
          </a:p>
        </p:txBody>
      </p:sp>
      <p:sp>
        <p:nvSpPr>
          <p:cNvPr id="3" name="Picture Placeholder 2"/>
          <p:cNvSpPr>
            <a:spLocks noGrp="1" noChangeAspect="1"/>
          </p:cNvSpPr>
          <p:nvPr>
            <p:ph type="pic" idx="1"/>
          </p:nvPr>
        </p:nvSpPr>
        <p:spPr>
          <a:xfrm>
            <a:off x="17493259" y="3291418"/>
            <a:ext cx="20831175" cy="16245417"/>
          </a:xfrm>
        </p:spPr>
        <p:txBody>
          <a:bodyPr anchor="t"/>
          <a:lstStyle>
            <a:lvl1pPr marL="0" indent="0">
              <a:buNone/>
              <a:defRPr sz="10667"/>
            </a:lvl1pPr>
            <a:lvl2pPr marL="1523985" indent="0">
              <a:buNone/>
              <a:defRPr sz="9333"/>
            </a:lvl2pPr>
            <a:lvl3pPr marL="3047970" indent="0">
              <a:buNone/>
              <a:defRPr sz="8000"/>
            </a:lvl3pPr>
            <a:lvl4pPr marL="4571954" indent="0">
              <a:buNone/>
              <a:defRPr sz="6667"/>
            </a:lvl4pPr>
            <a:lvl5pPr marL="6095939" indent="0">
              <a:buNone/>
              <a:defRPr sz="6667"/>
            </a:lvl5pPr>
            <a:lvl6pPr marL="7619924" indent="0">
              <a:buNone/>
              <a:defRPr sz="6667"/>
            </a:lvl6pPr>
            <a:lvl7pPr marL="9143909" indent="0">
              <a:buNone/>
              <a:defRPr sz="6667"/>
            </a:lvl7pPr>
            <a:lvl8pPr marL="10667893" indent="0">
              <a:buNone/>
              <a:defRPr sz="6667"/>
            </a:lvl8pPr>
            <a:lvl9pPr marL="12191878" indent="0">
              <a:buNone/>
              <a:defRPr sz="6667"/>
            </a:lvl9pPr>
          </a:lstStyle>
          <a:p>
            <a:r>
              <a:rPr lang="en-US"/>
              <a:t>Click icon to add picture</a:t>
            </a:r>
            <a:endParaRPr lang="en-US" dirty="0"/>
          </a:p>
        </p:txBody>
      </p:sp>
      <p:sp>
        <p:nvSpPr>
          <p:cNvPr id="4" name="Text Placeholder 3"/>
          <p:cNvSpPr>
            <a:spLocks noGrp="1"/>
          </p:cNvSpPr>
          <p:nvPr>
            <p:ph type="body" sz="half" idx="2"/>
          </p:nvPr>
        </p:nvSpPr>
        <p:spPr>
          <a:xfrm>
            <a:off x="2834286" y="6858000"/>
            <a:ext cx="13271300" cy="12705293"/>
          </a:xfrm>
        </p:spPr>
        <p:txBody>
          <a:bodyPr/>
          <a:lstStyle>
            <a:lvl1pPr marL="0" indent="0">
              <a:buNone/>
              <a:defRPr sz="5333"/>
            </a:lvl1pPr>
            <a:lvl2pPr marL="1523985" indent="0">
              <a:buNone/>
              <a:defRPr sz="4667"/>
            </a:lvl2pPr>
            <a:lvl3pPr marL="3047970" indent="0">
              <a:buNone/>
              <a:defRPr sz="4000"/>
            </a:lvl3pPr>
            <a:lvl4pPr marL="4571954" indent="0">
              <a:buNone/>
              <a:defRPr sz="3333"/>
            </a:lvl4pPr>
            <a:lvl5pPr marL="6095939" indent="0">
              <a:buNone/>
              <a:defRPr sz="3333"/>
            </a:lvl5pPr>
            <a:lvl6pPr marL="7619924" indent="0">
              <a:buNone/>
              <a:defRPr sz="3333"/>
            </a:lvl6pPr>
            <a:lvl7pPr marL="9143909" indent="0">
              <a:buNone/>
              <a:defRPr sz="3333"/>
            </a:lvl7pPr>
            <a:lvl8pPr marL="10667893" indent="0">
              <a:buNone/>
              <a:defRPr sz="3333"/>
            </a:lvl8pPr>
            <a:lvl9pPr marL="12191878" indent="0">
              <a:buNone/>
              <a:defRPr sz="3333"/>
            </a:lvl9pPr>
          </a:lstStyle>
          <a:p>
            <a:pPr lvl="0"/>
            <a:r>
              <a:rPr lang="en-US"/>
              <a:t>Click to edit Master text styles</a:t>
            </a:r>
          </a:p>
        </p:txBody>
      </p:sp>
      <p:sp>
        <p:nvSpPr>
          <p:cNvPr id="5" name="Date Placeholder 4"/>
          <p:cNvSpPr>
            <a:spLocks noGrp="1"/>
          </p:cNvSpPr>
          <p:nvPr>
            <p:ph type="dt" sz="half" idx="10"/>
          </p:nvPr>
        </p:nvSpPr>
        <p:spPr/>
        <p:txBody>
          <a:bodyPr/>
          <a:lstStyle/>
          <a:p>
            <a:fld id="{6013C3E9-039C-4261-81F3-6552C0ECD353}"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3166374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1584280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9446537" y="1217084"/>
            <a:ext cx="8872538" cy="193727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828925" y="1217084"/>
            <a:ext cx="26103263" cy="193727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13C3E9-039C-4261-81F3-6552C0ECD353}"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2BD66-771F-4626-978B-F2CD506E4380}" type="slidenum">
              <a:rPr lang="en-US" smtClean="0"/>
              <a:t>‹#›</a:t>
            </a:fld>
            <a:endParaRPr lang="en-US"/>
          </a:p>
        </p:txBody>
      </p:sp>
    </p:spTree>
    <p:extLst>
      <p:ext uri="{BB962C8B-B14F-4D97-AF65-F5344CB8AC3E}">
        <p14:creationId xmlns:p14="http://schemas.microsoft.com/office/powerpoint/2010/main" val="1504883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828925" y="1217085"/>
            <a:ext cx="35490150" cy="441854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828925" y="6085417"/>
            <a:ext cx="35490150" cy="145044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828925" y="21187835"/>
            <a:ext cx="9258300" cy="1217083"/>
          </a:xfrm>
          <a:prstGeom prst="rect">
            <a:avLst/>
          </a:prstGeom>
        </p:spPr>
        <p:txBody>
          <a:bodyPr vert="horz" lIns="91440" tIns="45720" rIns="91440" bIns="45720" rtlCol="0" anchor="ctr"/>
          <a:lstStyle>
            <a:lvl1pPr algn="l">
              <a:defRPr sz="4000">
                <a:solidFill>
                  <a:schemeClr val="tx1">
                    <a:tint val="75000"/>
                  </a:schemeClr>
                </a:solidFill>
              </a:defRPr>
            </a:lvl1pPr>
          </a:lstStyle>
          <a:p>
            <a:fld id="{6013C3E9-039C-4261-81F3-6552C0ECD353}" type="datetimeFigureOut">
              <a:rPr lang="en-US" smtClean="0"/>
              <a:t>9/20/2026</a:t>
            </a:fld>
            <a:endParaRPr lang="en-US"/>
          </a:p>
        </p:txBody>
      </p:sp>
      <p:sp>
        <p:nvSpPr>
          <p:cNvPr id="5" name="Footer Placeholder 4"/>
          <p:cNvSpPr>
            <a:spLocks noGrp="1"/>
          </p:cNvSpPr>
          <p:nvPr>
            <p:ph type="ftr" sz="quarter" idx="3"/>
          </p:nvPr>
        </p:nvSpPr>
        <p:spPr>
          <a:xfrm>
            <a:off x="13630275" y="21187835"/>
            <a:ext cx="13887450" cy="1217083"/>
          </a:xfrm>
          <a:prstGeom prst="rect">
            <a:avLst/>
          </a:prstGeom>
        </p:spPr>
        <p:txBody>
          <a:bodyPr vert="horz" lIns="91440" tIns="45720" rIns="91440" bIns="45720" rtlCol="0" anchor="ctr"/>
          <a:lstStyle>
            <a:lvl1pPr algn="ctr">
              <a:defRPr sz="4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9060775" y="21187835"/>
            <a:ext cx="9258300" cy="1217083"/>
          </a:xfrm>
          <a:prstGeom prst="rect">
            <a:avLst/>
          </a:prstGeom>
        </p:spPr>
        <p:txBody>
          <a:bodyPr vert="horz" lIns="91440" tIns="45720" rIns="91440" bIns="45720" rtlCol="0" anchor="ctr"/>
          <a:lstStyle>
            <a:lvl1pPr algn="r">
              <a:defRPr sz="4000">
                <a:solidFill>
                  <a:schemeClr val="tx1">
                    <a:tint val="75000"/>
                  </a:schemeClr>
                </a:solidFill>
              </a:defRPr>
            </a:lvl1pPr>
          </a:lstStyle>
          <a:p>
            <a:fld id="{9522BD66-771F-4626-978B-F2CD506E4380}" type="slidenum">
              <a:rPr lang="en-US" smtClean="0"/>
              <a:t>‹#›</a:t>
            </a:fld>
            <a:endParaRPr lang="en-US"/>
          </a:p>
        </p:txBody>
      </p:sp>
    </p:spTree>
    <p:extLst>
      <p:ext uri="{BB962C8B-B14F-4D97-AF65-F5344CB8AC3E}">
        <p14:creationId xmlns:p14="http://schemas.microsoft.com/office/powerpoint/2010/main" val="1657308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47970" rtl="0" eaLnBrk="1" latinLnBrk="0" hangingPunct="1">
        <a:lnSpc>
          <a:spcPct val="90000"/>
        </a:lnSpc>
        <a:spcBef>
          <a:spcPct val="0"/>
        </a:spcBef>
        <a:buNone/>
        <a:defRPr sz="14667" kern="1200">
          <a:solidFill>
            <a:schemeClr val="tx1"/>
          </a:solidFill>
          <a:latin typeface="+mj-lt"/>
          <a:ea typeface="+mj-ea"/>
          <a:cs typeface="+mj-cs"/>
        </a:defRPr>
      </a:lvl1pPr>
    </p:titleStyle>
    <p:bodyStyle>
      <a:lvl1pPr marL="761992" indent="-761992" algn="l" defTabSz="3047970" rtl="0" eaLnBrk="1" latinLnBrk="0" hangingPunct="1">
        <a:lnSpc>
          <a:spcPct val="90000"/>
        </a:lnSpc>
        <a:spcBef>
          <a:spcPts val="3333"/>
        </a:spcBef>
        <a:buFont typeface="Arial" panose="020B0604020202020204" pitchFamily="34" charset="0"/>
        <a:buChar char="•"/>
        <a:defRPr sz="9333" kern="1200">
          <a:solidFill>
            <a:schemeClr val="tx1"/>
          </a:solidFill>
          <a:latin typeface="+mn-lt"/>
          <a:ea typeface="+mn-ea"/>
          <a:cs typeface="+mn-cs"/>
        </a:defRPr>
      </a:lvl1pPr>
      <a:lvl2pPr marL="2285977" indent="-761992" algn="l" defTabSz="3047970" rtl="0" eaLnBrk="1" latinLnBrk="0" hangingPunct="1">
        <a:lnSpc>
          <a:spcPct val="90000"/>
        </a:lnSpc>
        <a:spcBef>
          <a:spcPts val="1667"/>
        </a:spcBef>
        <a:buFont typeface="Arial" panose="020B0604020202020204" pitchFamily="34" charset="0"/>
        <a:buChar char="•"/>
        <a:defRPr sz="8000" kern="1200">
          <a:solidFill>
            <a:schemeClr val="tx1"/>
          </a:solidFill>
          <a:latin typeface="+mn-lt"/>
          <a:ea typeface="+mn-ea"/>
          <a:cs typeface="+mn-cs"/>
        </a:defRPr>
      </a:lvl2pPr>
      <a:lvl3pPr marL="3809962" indent="-761992" algn="l" defTabSz="3047970" rtl="0" eaLnBrk="1" latinLnBrk="0" hangingPunct="1">
        <a:lnSpc>
          <a:spcPct val="90000"/>
        </a:lnSpc>
        <a:spcBef>
          <a:spcPts val="1667"/>
        </a:spcBef>
        <a:buFont typeface="Arial" panose="020B0604020202020204" pitchFamily="34" charset="0"/>
        <a:buChar char="•"/>
        <a:defRPr sz="6667" kern="1200">
          <a:solidFill>
            <a:schemeClr val="tx1"/>
          </a:solidFill>
          <a:latin typeface="+mn-lt"/>
          <a:ea typeface="+mn-ea"/>
          <a:cs typeface="+mn-cs"/>
        </a:defRPr>
      </a:lvl3pPr>
      <a:lvl4pPr marL="5333947" indent="-761992" algn="l" defTabSz="3047970" rtl="0" eaLnBrk="1" latinLnBrk="0" hangingPunct="1">
        <a:lnSpc>
          <a:spcPct val="90000"/>
        </a:lnSpc>
        <a:spcBef>
          <a:spcPts val="1667"/>
        </a:spcBef>
        <a:buFont typeface="Arial" panose="020B0604020202020204" pitchFamily="34" charset="0"/>
        <a:buChar char="•"/>
        <a:defRPr sz="6000" kern="1200">
          <a:solidFill>
            <a:schemeClr val="tx1"/>
          </a:solidFill>
          <a:latin typeface="+mn-lt"/>
          <a:ea typeface="+mn-ea"/>
          <a:cs typeface="+mn-cs"/>
        </a:defRPr>
      </a:lvl4pPr>
      <a:lvl5pPr marL="6857931" indent="-761992" algn="l" defTabSz="3047970" rtl="0" eaLnBrk="1" latinLnBrk="0" hangingPunct="1">
        <a:lnSpc>
          <a:spcPct val="90000"/>
        </a:lnSpc>
        <a:spcBef>
          <a:spcPts val="1667"/>
        </a:spcBef>
        <a:buFont typeface="Arial" panose="020B0604020202020204" pitchFamily="34" charset="0"/>
        <a:buChar char="•"/>
        <a:defRPr sz="6000" kern="1200">
          <a:solidFill>
            <a:schemeClr val="tx1"/>
          </a:solidFill>
          <a:latin typeface="+mn-lt"/>
          <a:ea typeface="+mn-ea"/>
          <a:cs typeface="+mn-cs"/>
        </a:defRPr>
      </a:lvl5pPr>
      <a:lvl6pPr marL="8381916" indent="-761992" algn="l" defTabSz="3047970" rtl="0" eaLnBrk="1" latinLnBrk="0" hangingPunct="1">
        <a:lnSpc>
          <a:spcPct val="90000"/>
        </a:lnSpc>
        <a:spcBef>
          <a:spcPts val="1667"/>
        </a:spcBef>
        <a:buFont typeface="Arial" panose="020B0604020202020204" pitchFamily="34" charset="0"/>
        <a:buChar char="•"/>
        <a:defRPr sz="6000" kern="1200">
          <a:solidFill>
            <a:schemeClr val="tx1"/>
          </a:solidFill>
          <a:latin typeface="+mn-lt"/>
          <a:ea typeface="+mn-ea"/>
          <a:cs typeface="+mn-cs"/>
        </a:defRPr>
      </a:lvl6pPr>
      <a:lvl7pPr marL="9905901" indent="-761992" algn="l" defTabSz="3047970" rtl="0" eaLnBrk="1" latinLnBrk="0" hangingPunct="1">
        <a:lnSpc>
          <a:spcPct val="90000"/>
        </a:lnSpc>
        <a:spcBef>
          <a:spcPts val="1667"/>
        </a:spcBef>
        <a:buFont typeface="Arial" panose="020B0604020202020204" pitchFamily="34" charset="0"/>
        <a:buChar char="•"/>
        <a:defRPr sz="6000" kern="1200">
          <a:solidFill>
            <a:schemeClr val="tx1"/>
          </a:solidFill>
          <a:latin typeface="+mn-lt"/>
          <a:ea typeface="+mn-ea"/>
          <a:cs typeface="+mn-cs"/>
        </a:defRPr>
      </a:lvl7pPr>
      <a:lvl8pPr marL="11429886" indent="-761992" algn="l" defTabSz="3047970" rtl="0" eaLnBrk="1" latinLnBrk="0" hangingPunct="1">
        <a:lnSpc>
          <a:spcPct val="90000"/>
        </a:lnSpc>
        <a:spcBef>
          <a:spcPts val="1667"/>
        </a:spcBef>
        <a:buFont typeface="Arial" panose="020B0604020202020204" pitchFamily="34" charset="0"/>
        <a:buChar char="•"/>
        <a:defRPr sz="6000" kern="1200">
          <a:solidFill>
            <a:schemeClr val="tx1"/>
          </a:solidFill>
          <a:latin typeface="+mn-lt"/>
          <a:ea typeface="+mn-ea"/>
          <a:cs typeface="+mn-cs"/>
        </a:defRPr>
      </a:lvl8pPr>
      <a:lvl9pPr marL="12953870" indent="-761992" algn="l" defTabSz="3047970" rtl="0" eaLnBrk="1" latinLnBrk="0" hangingPunct="1">
        <a:lnSpc>
          <a:spcPct val="90000"/>
        </a:lnSpc>
        <a:spcBef>
          <a:spcPts val="1667"/>
        </a:spcBef>
        <a:buFont typeface="Arial" panose="020B0604020202020204" pitchFamily="34" charset="0"/>
        <a:buChar char="•"/>
        <a:defRPr sz="6000" kern="1200">
          <a:solidFill>
            <a:schemeClr val="tx1"/>
          </a:solidFill>
          <a:latin typeface="+mn-lt"/>
          <a:ea typeface="+mn-ea"/>
          <a:cs typeface="+mn-cs"/>
        </a:defRPr>
      </a:lvl9pPr>
    </p:bodyStyle>
    <p:otherStyle>
      <a:defPPr>
        <a:defRPr lang="en-US"/>
      </a:defPPr>
      <a:lvl1pPr marL="0" algn="l" defTabSz="3047970" rtl="0" eaLnBrk="1" latinLnBrk="0" hangingPunct="1">
        <a:defRPr sz="6000" kern="1200">
          <a:solidFill>
            <a:schemeClr val="tx1"/>
          </a:solidFill>
          <a:latin typeface="+mn-lt"/>
          <a:ea typeface="+mn-ea"/>
          <a:cs typeface="+mn-cs"/>
        </a:defRPr>
      </a:lvl1pPr>
      <a:lvl2pPr marL="1523985" algn="l" defTabSz="3047970" rtl="0" eaLnBrk="1" latinLnBrk="0" hangingPunct="1">
        <a:defRPr sz="6000" kern="1200">
          <a:solidFill>
            <a:schemeClr val="tx1"/>
          </a:solidFill>
          <a:latin typeface="+mn-lt"/>
          <a:ea typeface="+mn-ea"/>
          <a:cs typeface="+mn-cs"/>
        </a:defRPr>
      </a:lvl2pPr>
      <a:lvl3pPr marL="3047970" algn="l" defTabSz="3047970" rtl="0" eaLnBrk="1" latinLnBrk="0" hangingPunct="1">
        <a:defRPr sz="6000" kern="1200">
          <a:solidFill>
            <a:schemeClr val="tx1"/>
          </a:solidFill>
          <a:latin typeface="+mn-lt"/>
          <a:ea typeface="+mn-ea"/>
          <a:cs typeface="+mn-cs"/>
        </a:defRPr>
      </a:lvl3pPr>
      <a:lvl4pPr marL="4571954" algn="l" defTabSz="3047970" rtl="0" eaLnBrk="1" latinLnBrk="0" hangingPunct="1">
        <a:defRPr sz="6000" kern="1200">
          <a:solidFill>
            <a:schemeClr val="tx1"/>
          </a:solidFill>
          <a:latin typeface="+mn-lt"/>
          <a:ea typeface="+mn-ea"/>
          <a:cs typeface="+mn-cs"/>
        </a:defRPr>
      </a:lvl4pPr>
      <a:lvl5pPr marL="6095939" algn="l" defTabSz="3047970" rtl="0" eaLnBrk="1" latinLnBrk="0" hangingPunct="1">
        <a:defRPr sz="6000" kern="1200">
          <a:solidFill>
            <a:schemeClr val="tx1"/>
          </a:solidFill>
          <a:latin typeface="+mn-lt"/>
          <a:ea typeface="+mn-ea"/>
          <a:cs typeface="+mn-cs"/>
        </a:defRPr>
      </a:lvl5pPr>
      <a:lvl6pPr marL="7619924" algn="l" defTabSz="3047970" rtl="0" eaLnBrk="1" latinLnBrk="0" hangingPunct="1">
        <a:defRPr sz="6000" kern="1200">
          <a:solidFill>
            <a:schemeClr val="tx1"/>
          </a:solidFill>
          <a:latin typeface="+mn-lt"/>
          <a:ea typeface="+mn-ea"/>
          <a:cs typeface="+mn-cs"/>
        </a:defRPr>
      </a:lvl6pPr>
      <a:lvl7pPr marL="9143909" algn="l" defTabSz="3047970" rtl="0" eaLnBrk="1" latinLnBrk="0" hangingPunct="1">
        <a:defRPr sz="6000" kern="1200">
          <a:solidFill>
            <a:schemeClr val="tx1"/>
          </a:solidFill>
          <a:latin typeface="+mn-lt"/>
          <a:ea typeface="+mn-ea"/>
          <a:cs typeface="+mn-cs"/>
        </a:defRPr>
      </a:lvl7pPr>
      <a:lvl8pPr marL="10667893" algn="l" defTabSz="3047970" rtl="0" eaLnBrk="1" latinLnBrk="0" hangingPunct="1">
        <a:defRPr sz="6000" kern="1200">
          <a:solidFill>
            <a:schemeClr val="tx1"/>
          </a:solidFill>
          <a:latin typeface="+mn-lt"/>
          <a:ea typeface="+mn-ea"/>
          <a:cs typeface="+mn-cs"/>
        </a:defRPr>
      </a:lvl8pPr>
      <a:lvl9pPr marL="12191878" algn="l" defTabSz="3047970"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100" Type="http://schemas.openxmlformats.org/officeDocument/2006/relationships/image" Target="../media/ora_image.png"/><Relationship Id="rId9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90"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main-heading">
            <a:extLst>
              <a:ext uri="{FF2B5EF4-FFF2-40B4-BE49-F238E27FC236}">
                <a16:creationId xmlns:a16="http://schemas.microsoft.com/office/drawing/2014/main" id="{03859F3F-02BD-461E-9563-B3881A2F7FF1}"/>
              </a:ext>
            </a:extLst>
          </p:cNvPr>
          <p:cNvSpPr>
            <a:spLocks noGrp="1"/>
          </p:cNvSpPr>
          <p:nvPr/>
        </p:nvSpPr>
        <p:spPr>
          <a:xfrm>
            <a:off x="1719072" y="457200"/>
            <a:ext cx="37709856" cy="393192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Chromosome 9 Variant Annotation Profiles Across Public Acute Leukemia Sequencing Datasets</a:t>
            </a:r>
          </a:p>
        </p:txBody>
      </p:sp>
      <p:sp>
        <p:nvSpPr>
          <p:cNvPr id="102" name="body">
            <a:extLst>
              <a:ext uri="{FF2B5EF4-FFF2-40B4-BE49-F238E27FC236}">
                <a16:creationId xmlns:a16="http://schemas.microsoft.com/office/drawing/2014/main" id="{ADA7A747-DFA0-4E32-BE27-F4D1D007F9D1}"/>
              </a:ext>
            </a:extLst>
          </p:cNvPr>
          <p:cNvSpPr>
            <a:spLocks noGrp="1"/>
          </p:cNvSpPr>
          <p:nvPr/>
        </p:nvSpPr>
        <p:spPr>
          <a:xfrm>
            <a:off x="1719072" y="4572000"/>
            <a:ext cx="37709856" cy="3474720"/>
          </a:xfrm>
          <a:prstGeom prst="rect">
            <a:avLst/>
          </a:prstGeom>
          <a:noFill/>
          <a:ln w="0">
            <a:noFill/>
            <a:prstDash val="solid"/>
          </a:ln>
        </p:spPr>
        <p:txBody>
          <a:bodyPr wrap="square" lIns="91440" tIns="45720" rIns="91440" bIns="45720" anchor="t">
            <a:noAutofit/>
          </a:bodyPr>
          <a:lstStyle>
            <a:defPPr>
              <a:defRPr sz="6000" b="1">
                <a:solidFill>
                  <a:srgbClr val="000000"/>
                </a:solidFill>
                <a:latin typeface="Calibri"/>
                <a:ea typeface="Calibri"/>
                <a:cs typeface="Calibri"/>
              </a:defRPr>
            </a:defPPr>
            <a:lvl1pPr>
              <a:defRPr sz="6000" b="1">
                <a:solidFill>
                  <a:srgbClr val="000000"/>
                </a:solidFill>
                <a:latin typeface="Calibri"/>
                <a:ea typeface="Calibri"/>
                <a:cs typeface="Calibri"/>
              </a:defRPr>
            </a:lvl1pPr>
            <a:lvl2pPr>
              <a:defRPr sz="6000" b="1">
                <a:solidFill>
                  <a:srgbClr val="000000"/>
                </a:solidFill>
                <a:latin typeface="Calibri"/>
                <a:ea typeface="Calibri"/>
                <a:cs typeface="Calibri"/>
              </a:defRPr>
            </a:lvl2pPr>
            <a:lvl3pPr>
              <a:defRPr sz="6000" b="1">
                <a:solidFill>
                  <a:srgbClr val="000000"/>
                </a:solidFill>
                <a:latin typeface="Calibri"/>
                <a:ea typeface="Calibri"/>
                <a:cs typeface="Calibri"/>
              </a:defRPr>
            </a:lvl3pPr>
            <a:lvl4pPr>
              <a:defRPr sz="6000" b="1">
                <a:solidFill>
                  <a:srgbClr val="000000"/>
                </a:solidFill>
                <a:latin typeface="Calibri"/>
                <a:ea typeface="Calibri"/>
                <a:cs typeface="Calibri"/>
              </a:defRPr>
            </a:lvl4pPr>
            <a:lvl5pPr>
              <a:defRPr sz="6000" b="1">
                <a:solidFill>
                  <a:srgbClr val="000000"/>
                </a:solidFill>
                <a:latin typeface="Calibri"/>
                <a:ea typeface="Calibri"/>
                <a:cs typeface="Calibri"/>
              </a:defRPr>
            </a:lvl5pPr>
            <a:lvl6pPr>
              <a:defRPr sz="6000" b="1">
                <a:solidFill>
                  <a:srgbClr val="000000"/>
                </a:solidFill>
                <a:latin typeface="Calibri"/>
                <a:ea typeface="Calibri"/>
                <a:cs typeface="Calibri"/>
              </a:defRPr>
            </a:lvl6pPr>
            <a:lvl7pPr>
              <a:defRPr sz="6000" b="1">
                <a:solidFill>
                  <a:srgbClr val="000000"/>
                </a:solidFill>
                <a:latin typeface="Calibri"/>
                <a:ea typeface="Calibri"/>
                <a:cs typeface="Calibri"/>
              </a:defRPr>
            </a:lvl7pPr>
            <a:lvl8pPr>
              <a:defRPr sz="6000" b="1">
                <a:solidFill>
                  <a:srgbClr val="000000"/>
                </a:solidFill>
                <a:latin typeface="Calibri"/>
                <a:ea typeface="Calibri"/>
                <a:cs typeface="Calibri"/>
              </a:defRPr>
            </a:lvl8pPr>
            <a:lvl9pPr>
              <a:defRPr sz="6000" b="1">
                <a:solidFill>
                  <a:srgbClr val="000000"/>
                </a:solidFill>
                <a:latin typeface="Calibri"/>
                <a:ea typeface="Calibri"/>
                <a:cs typeface="Calibri"/>
              </a:defRPr>
            </a:lvl9pPr>
          </a:lstStyle>
          <a:p>
            <a:pPr>
              <a:defRPr sz="6000" b="1">
                <a:solidFill>
                  <a:srgbClr val="000000"/>
                </a:solidFill>
                <a:latin typeface="Calibri"/>
                <a:ea typeface="Calibri"/>
                <a:cs typeface="Calibri"/>
              </a:defRPr>
            </a:pPr>
            <a:r>
              <a:rPr sz="6000" b="1">
                <a:solidFill>
                  <a:srgbClr val="000000"/>
                </a:solidFill>
                <a:latin typeface="Calibri"/>
                <a:ea typeface="Calibri"/>
                <a:cs typeface="Calibri"/>
              </a:rPr>
              <a:t>Progress Ajayi¹, Aanuoluwa Temitayo Iyiola², Mehwish Fatima³,</a:t>
            </a:r>
          </a:p>
          <a:p>
            <a:pPr>
              <a:defRPr sz="6000" b="1">
                <a:solidFill>
                  <a:srgbClr val="000000"/>
                </a:solidFill>
                <a:latin typeface="Calibri"/>
                <a:ea typeface="Calibri"/>
                <a:cs typeface="Calibri"/>
              </a:defRPr>
            </a:pPr>
            <a:r>
              <a:rPr sz="6000" b="1">
                <a:solidFill>
                  <a:srgbClr val="000000"/>
                </a:solidFill>
                <a:latin typeface="Calibri"/>
                <a:ea typeface="Calibri"/>
                <a:cs typeface="Calibri"/>
              </a:rPr>
              <a:t>Samson Oluwasefunmi Ejigbo⁴, Lilian Chinonso Okoro⁵, Oluomachi Nancy Uchenna⁶,</a:t>
            </a:r>
          </a:p>
          <a:p>
            <a:pPr>
              <a:defRPr sz="6000" b="1">
                <a:solidFill>
                  <a:srgbClr val="000000"/>
                </a:solidFill>
                <a:latin typeface="Calibri"/>
                <a:ea typeface="Calibri"/>
                <a:cs typeface="Calibri"/>
              </a:defRPr>
            </a:pPr>
            <a:r>
              <a:rPr sz="6000" b="1">
                <a:solidFill>
                  <a:srgbClr val="000000"/>
                </a:solidFill>
                <a:latin typeface="Calibri"/>
                <a:ea typeface="Calibri"/>
                <a:cs typeface="Calibri"/>
              </a:rPr>
              <a:t>Enoch Oluwaseun Aderemi⁷, Angella Namuyanja⁸, Blessing Opeyemi Afolabi⁹</a:t>
            </a:r>
          </a:p>
        </p:txBody>
      </p:sp>
      <p:sp>
        <p:nvSpPr>
          <p:cNvPr id="103" name="body">
            <a:extLst>
              <a:ext uri="{FF2B5EF4-FFF2-40B4-BE49-F238E27FC236}">
                <a16:creationId xmlns:a16="http://schemas.microsoft.com/office/drawing/2014/main" id="{804A0BDE-94F2-4A6F-91D8-DF916DCF3C3F}"/>
              </a:ext>
            </a:extLst>
          </p:cNvPr>
          <p:cNvSpPr>
            <a:spLocks noGrp="1"/>
          </p:cNvSpPr>
          <p:nvPr/>
        </p:nvSpPr>
        <p:spPr>
          <a:xfrm>
            <a:off x="1719072" y="9144000"/>
            <a:ext cx="18489168" cy="859536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¹ Biological Sciences, Lead City University, Ibadan</a:t>
            </a:r>
          </a:p>
          <a:p>
            <a:pPr>
              <a:defRPr sz="6000" b="0">
                <a:solidFill>
                  <a:srgbClr val="000000"/>
                </a:solidFill>
                <a:latin typeface="Calibri"/>
                <a:ea typeface="Calibri"/>
                <a:cs typeface="Calibri"/>
              </a:defRPr>
            </a:pPr>
            <a:r>
              <a:rPr sz="6000" b="0">
                <a:solidFill>
                  <a:srgbClr val="000000"/>
                </a:solidFill>
                <a:latin typeface="Calibri"/>
                <a:ea typeface="Calibri"/>
                <a:cs typeface="Calibri"/>
              </a:rPr>
              <a:t>² Federal University of Technology, Minna</a:t>
            </a:r>
          </a:p>
          <a:p>
            <a:pPr>
              <a:defRPr sz="6000" b="0">
                <a:solidFill>
                  <a:srgbClr val="000000"/>
                </a:solidFill>
                <a:latin typeface="Calibri"/>
                <a:ea typeface="Calibri"/>
                <a:cs typeface="Calibri"/>
              </a:defRPr>
            </a:pPr>
            <a:r>
              <a:rPr sz="6000" b="0">
                <a:solidFill>
                  <a:srgbClr val="000000"/>
                </a:solidFill>
                <a:latin typeface="Calibri"/>
                <a:ea typeface="Calibri"/>
                <a:cs typeface="Calibri"/>
              </a:rPr>
              <a:t>³ Muhammad Ali Jinnah University, Pakistan</a:t>
            </a:r>
          </a:p>
          <a:p>
            <a:pPr>
              <a:defRPr sz="6000" b="0">
                <a:solidFill>
                  <a:srgbClr val="000000"/>
                </a:solidFill>
                <a:latin typeface="Calibri"/>
                <a:ea typeface="Calibri"/>
                <a:cs typeface="Calibri"/>
              </a:defRPr>
            </a:pPr>
            <a:r>
              <a:rPr sz="6000" b="0">
                <a:solidFill>
                  <a:srgbClr val="000000"/>
                </a:solidFill>
                <a:latin typeface="Calibri"/>
                <a:ea typeface="Calibri"/>
                <a:cs typeface="Calibri"/>
              </a:rPr>
              <a:t>⁴ Adekunle Ajasin University, Akungba-Akoko</a:t>
            </a:r>
          </a:p>
          <a:p>
            <a:pPr>
              <a:defRPr sz="6000" b="0">
                <a:solidFill>
                  <a:srgbClr val="000000"/>
                </a:solidFill>
                <a:latin typeface="Calibri"/>
                <a:ea typeface="Calibri"/>
                <a:cs typeface="Calibri"/>
              </a:defRPr>
            </a:pPr>
            <a:r>
              <a:rPr sz="6000" b="0">
                <a:solidFill>
                  <a:srgbClr val="000000"/>
                </a:solidFill>
                <a:latin typeface="Calibri"/>
                <a:ea typeface="Calibri"/>
                <a:cs typeface="Calibri"/>
              </a:rPr>
              <a:t>⁵ Laboratory Services, Iwosan Lagoon Hospitals, Lagos, Nigeria</a:t>
            </a:r>
          </a:p>
        </p:txBody>
      </p:sp>
      <p:sp>
        <p:nvSpPr>
          <p:cNvPr id="104" name="body">
            <a:extLst>
              <a:ext uri="{FF2B5EF4-FFF2-40B4-BE49-F238E27FC236}">
                <a16:creationId xmlns:a16="http://schemas.microsoft.com/office/drawing/2014/main" id="{E77EE865-E46A-46E6-BE04-8D6CBDF63C9F}"/>
              </a:ext>
            </a:extLst>
          </p:cNvPr>
          <p:cNvSpPr>
            <a:spLocks noGrp="1"/>
          </p:cNvSpPr>
          <p:nvPr/>
        </p:nvSpPr>
        <p:spPr>
          <a:xfrm>
            <a:off x="20939760" y="9144000"/>
            <a:ext cx="18489168" cy="859536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⁶ Biochemistry, Michael Okpara University of Agriculture, Umudike, Abia State, Nigeria</a:t>
            </a:r>
          </a:p>
          <a:p>
            <a:pPr>
              <a:defRPr sz="6000" b="0">
                <a:solidFill>
                  <a:srgbClr val="000000"/>
                </a:solidFill>
                <a:latin typeface="Calibri"/>
                <a:ea typeface="Calibri"/>
                <a:cs typeface="Calibri"/>
              </a:defRPr>
            </a:pPr>
            <a:r>
              <a:rPr sz="6000" b="0">
                <a:solidFill>
                  <a:srgbClr val="000000"/>
                </a:solidFill>
                <a:latin typeface="Calibri"/>
                <a:ea typeface="Calibri"/>
                <a:cs typeface="Calibri"/>
              </a:rPr>
              <a:t>⁷ Federal University, Oye-Ekiti</a:t>
            </a:r>
          </a:p>
          <a:p>
            <a:pPr>
              <a:defRPr sz="6000" b="0">
                <a:solidFill>
                  <a:srgbClr val="000000"/>
                </a:solidFill>
                <a:latin typeface="Calibri"/>
                <a:ea typeface="Calibri"/>
                <a:cs typeface="Calibri"/>
              </a:defRPr>
            </a:pPr>
            <a:r>
              <a:rPr sz="6000" b="0">
                <a:solidFill>
                  <a:srgbClr val="000000"/>
                </a:solidFill>
                <a:latin typeface="Calibri"/>
                <a:ea typeface="Calibri"/>
                <a:cs typeface="Calibri"/>
              </a:rPr>
              <a:t>⁸ MRC/UVRI and LSHTM Uganda Research Unit, Entebbe, Uganda</a:t>
            </a:r>
          </a:p>
          <a:p>
            <a:pPr>
              <a:defRPr sz="6000" b="0">
                <a:solidFill>
                  <a:srgbClr val="000000"/>
                </a:solidFill>
                <a:latin typeface="Calibri"/>
                <a:ea typeface="Calibri"/>
                <a:cs typeface="Calibri"/>
              </a:defRPr>
            </a:pPr>
            <a:r>
              <a:rPr sz="6000" b="0">
                <a:solidFill>
                  <a:srgbClr val="000000"/>
                </a:solidFill>
                <a:latin typeface="Calibri"/>
                <a:ea typeface="Calibri"/>
                <a:cs typeface="Calibri"/>
              </a:rPr>
              <a:t>⁹ Genomac Labs, Institute of Biochemistry, Molecular Biology and Biotechnology</a:t>
            </a:r>
          </a:p>
        </p:txBody>
      </p:sp>
      <p:sp>
        <p:nvSpPr>
          <p:cNvPr id="105" name="body">
            <a:extLst>
              <a:ext uri="{FF2B5EF4-FFF2-40B4-BE49-F238E27FC236}">
                <a16:creationId xmlns:a16="http://schemas.microsoft.com/office/drawing/2014/main" id="{E8CE33B8-C6A1-4F2F-A703-C64B910CA783}"/>
              </a:ext>
            </a:extLst>
          </p:cNvPr>
          <p:cNvSpPr>
            <a:spLocks noGrp="1"/>
          </p:cNvSpPr>
          <p:nvPr/>
        </p:nvSpPr>
        <p:spPr>
          <a:xfrm>
            <a:off x="1719072" y="18928080"/>
            <a:ext cx="37709856" cy="128016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Corresponding author: Blessing Opeyemi Afolabi</a:t>
            </a:r>
          </a:p>
        </p:txBody>
      </p:sp>
    </p:spTree>
    <p:extLst>
      <p:ext uri="{BB962C8B-B14F-4D97-AF65-F5344CB8AC3E}">
        <p14:creationId xmlns:p14="http://schemas.microsoft.com/office/powerpoint/2010/main" val="1910994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main-heading">
            <a:extLst>
              <a:ext uri="{FF2B5EF4-FFF2-40B4-BE49-F238E27FC236}">
                <a16:creationId xmlns:a16="http://schemas.microsoft.com/office/drawing/2014/main" id="{325A6795-5492-4EB0-93DA-A58CA7458FDB}"/>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Background and Objective</a:t>
            </a:r>
          </a:p>
        </p:txBody>
      </p:sp>
      <p:sp>
        <p:nvSpPr>
          <p:cNvPr id="102" name="body">
            <a:extLst>
              <a:ext uri="{FF2B5EF4-FFF2-40B4-BE49-F238E27FC236}">
                <a16:creationId xmlns:a16="http://schemas.microsoft.com/office/drawing/2014/main" id="{F162CB71-C6CA-4E6B-A73D-7DBE3F55B41D}"/>
              </a:ext>
            </a:extLst>
          </p:cNvPr>
          <p:cNvSpPr>
            <a:spLocks noGrp="1"/>
          </p:cNvSpPr>
          <p:nvPr/>
        </p:nvSpPr>
        <p:spPr>
          <a:xfrm>
            <a:off x="1719072" y="3657600"/>
            <a:ext cx="37709856" cy="1371600"/>
          </a:xfrm>
          <a:prstGeom prst="rect">
            <a:avLst/>
          </a:prstGeom>
          <a:noFill/>
          <a:ln w="0">
            <a:noFill/>
            <a:prstDash val="solid"/>
          </a:ln>
        </p:spPr>
        <p:txBody>
          <a:bodyPr wrap="square" lIns="91440" tIns="45720" rIns="91440" bIns="45720" anchor="t">
            <a:noAutofit/>
          </a:bodyPr>
          <a:lstStyle>
            <a:defPPr>
              <a:defRPr sz="7200" b="1">
                <a:solidFill>
                  <a:srgbClr val="002060"/>
                </a:solidFill>
                <a:latin typeface="Calibri"/>
                <a:ea typeface="Calibri"/>
                <a:cs typeface="Calibri"/>
              </a:defRPr>
            </a:defPPr>
            <a:lvl1pPr>
              <a:defRPr sz="7200" b="1">
                <a:solidFill>
                  <a:srgbClr val="002060"/>
                </a:solidFill>
                <a:latin typeface="Calibri"/>
                <a:ea typeface="Calibri"/>
                <a:cs typeface="Calibri"/>
              </a:defRPr>
            </a:lvl1pPr>
            <a:lvl2pPr>
              <a:defRPr sz="7200" b="1">
                <a:solidFill>
                  <a:srgbClr val="002060"/>
                </a:solidFill>
                <a:latin typeface="Calibri"/>
                <a:ea typeface="Calibri"/>
                <a:cs typeface="Calibri"/>
              </a:defRPr>
            </a:lvl2pPr>
            <a:lvl3pPr>
              <a:defRPr sz="7200" b="1">
                <a:solidFill>
                  <a:srgbClr val="002060"/>
                </a:solidFill>
                <a:latin typeface="Calibri"/>
                <a:ea typeface="Calibri"/>
                <a:cs typeface="Calibri"/>
              </a:defRPr>
            </a:lvl3pPr>
            <a:lvl4pPr>
              <a:defRPr sz="7200" b="1">
                <a:solidFill>
                  <a:srgbClr val="002060"/>
                </a:solidFill>
                <a:latin typeface="Calibri"/>
                <a:ea typeface="Calibri"/>
                <a:cs typeface="Calibri"/>
              </a:defRPr>
            </a:lvl4pPr>
            <a:lvl5pPr>
              <a:defRPr sz="7200" b="1">
                <a:solidFill>
                  <a:srgbClr val="002060"/>
                </a:solidFill>
                <a:latin typeface="Calibri"/>
                <a:ea typeface="Calibri"/>
                <a:cs typeface="Calibri"/>
              </a:defRPr>
            </a:lvl5pPr>
            <a:lvl6pPr>
              <a:defRPr sz="7200" b="1">
                <a:solidFill>
                  <a:srgbClr val="002060"/>
                </a:solidFill>
                <a:latin typeface="Calibri"/>
                <a:ea typeface="Calibri"/>
                <a:cs typeface="Calibri"/>
              </a:defRPr>
            </a:lvl6pPr>
            <a:lvl7pPr>
              <a:defRPr sz="7200" b="1">
                <a:solidFill>
                  <a:srgbClr val="002060"/>
                </a:solidFill>
                <a:latin typeface="Calibri"/>
                <a:ea typeface="Calibri"/>
                <a:cs typeface="Calibri"/>
              </a:defRPr>
            </a:lvl7pPr>
            <a:lvl8pPr>
              <a:defRPr sz="7200" b="1">
                <a:solidFill>
                  <a:srgbClr val="002060"/>
                </a:solidFill>
                <a:latin typeface="Calibri"/>
                <a:ea typeface="Calibri"/>
                <a:cs typeface="Calibri"/>
              </a:defRPr>
            </a:lvl8pPr>
            <a:lvl9pPr>
              <a:defRPr sz="7200" b="1">
                <a:solidFill>
                  <a:srgbClr val="002060"/>
                </a:solidFill>
                <a:latin typeface="Calibri"/>
                <a:ea typeface="Calibri"/>
                <a:cs typeface="Calibri"/>
              </a:defRPr>
            </a:lvl9pPr>
          </a:lstStyle>
          <a:p>
            <a:pPr>
              <a:defRPr sz="7200" b="1">
                <a:solidFill>
                  <a:srgbClr val="002060"/>
                </a:solidFill>
                <a:latin typeface="Calibri"/>
                <a:ea typeface="Calibri"/>
                <a:cs typeface="Calibri"/>
              </a:defRPr>
            </a:pPr>
            <a:r>
              <a:rPr sz="7200" b="1">
                <a:solidFill>
                  <a:srgbClr val="002060"/>
                </a:solidFill>
                <a:latin typeface="Calibri"/>
                <a:ea typeface="Calibri"/>
                <a:cs typeface="Calibri"/>
              </a:rPr>
              <a:t>Why chromosome 9?</a:t>
            </a:r>
          </a:p>
        </p:txBody>
      </p:sp>
      <p:sp>
        <p:nvSpPr>
          <p:cNvPr id="103" name="body">
            <a:extLst>
              <a:ext uri="{FF2B5EF4-FFF2-40B4-BE49-F238E27FC236}">
                <a16:creationId xmlns:a16="http://schemas.microsoft.com/office/drawing/2014/main" id="{9C3B9E8F-2CC7-47F5-9F2E-2DD9EF80C02E}"/>
              </a:ext>
            </a:extLst>
          </p:cNvPr>
          <p:cNvSpPr>
            <a:spLocks noGrp="1"/>
          </p:cNvSpPr>
          <p:nvPr/>
        </p:nvSpPr>
        <p:spPr>
          <a:xfrm>
            <a:off x="1719072" y="5577840"/>
            <a:ext cx="37709856" cy="292608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Chromosome 9 contains leukemia-associated loci, including PAX5. Gene assignments require allele and transcript context before biological interpretation.</a:t>
            </a:r>
          </a:p>
        </p:txBody>
      </p:sp>
      <p:sp>
        <p:nvSpPr>
          <p:cNvPr id="104" name="body">
            <a:extLst>
              <a:ext uri="{FF2B5EF4-FFF2-40B4-BE49-F238E27FC236}">
                <a16:creationId xmlns:a16="http://schemas.microsoft.com/office/drawing/2014/main" id="{824014C9-B632-437E-BE76-EEF1F9B83ED4}"/>
              </a:ext>
            </a:extLst>
          </p:cNvPr>
          <p:cNvSpPr>
            <a:spLocks noGrp="1"/>
          </p:cNvSpPr>
          <p:nvPr/>
        </p:nvSpPr>
        <p:spPr>
          <a:xfrm>
            <a:off x="1719072" y="9144000"/>
            <a:ext cx="37709856" cy="1371600"/>
          </a:xfrm>
          <a:prstGeom prst="rect">
            <a:avLst/>
          </a:prstGeom>
          <a:noFill/>
          <a:ln w="0">
            <a:noFill/>
            <a:prstDash val="solid"/>
          </a:ln>
        </p:spPr>
        <p:txBody>
          <a:bodyPr wrap="square" lIns="91440" tIns="45720" rIns="91440" bIns="45720" anchor="t">
            <a:noAutofit/>
          </a:bodyPr>
          <a:lstStyle>
            <a:defPPr>
              <a:defRPr sz="7200" b="1">
                <a:solidFill>
                  <a:srgbClr val="002060"/>
                </a:solidFill>
                <a:latin typeface="Calibri"/>
                <a:ea typeface="Calibri"/>
                <a:cs typeface="Calibri"/>
              </a:defRPr>
            </a:defPPr>
            <a:lvl1pPr>
              <a:defRPr sz="7200" b="1">
                <a:solidFill>
                  <a:srgbClr val="002060"/>
                </a:solidFill>
                <a:latin typeface="Calibri"/>
                <a:ea typeface="Calibri"/>
                <a:cs typeface="Calibri"/>
              </a:defRPr>
            </a:lvl1pPr>
            <a:lvl2pPr>
              <a:defRPr sz="7200" b="1">
                <a:solidFill>
                  <a:srgbClr val="002060"/>
                </a:solidFill>
                <a:latin typeface="Calibri"/>
                <a:ea typeface="Calibri"/>
                <a:cs typeface="Calibri"/>
              </a:defRPr>
            </a:lvl2pPr>
            <a:lvl3pPr>
              <a:defRPr sz="7200" b="1">
                <a:solidFill>
                  <a:srgbClr val="002060"/>
                </a:solidFill>
                <a:latin typeface="Calibri"/>
                <a:ea typeface="Calibri"/>
                <a:cs typeface="Calibri"/>
              </a:defRPr>
            </a:lvl3pPr>
            <a:lvl4pPr>
              <a:defRPr sz="7200" b="1">
                <a:solidFill>
                  <a:srgbClr val="002060"/>
                </a:solidFill>
                <a:latin typeface="Calibri"/>
                <a:ea typeface="Calibri"/>
                <a:cs typeface="Calibri"/>
              </a:defRPr>
            </a:lvl4pPr>
            <a:lvl5pPr>
              <a:defRPr sz="7200" b="1">
                <a:solidFill>
                  <a:srgbClr val="002060"/>
                </a:solidFill>
                <a:latin typeface="Calibri"/>
                <a:ea typeface="Calibri"/>
                <a:cs typeface="Calibri"/>
              </a:defRPr>
            </a:lvl5pPr>
            <a:lvl6pPr>
              <a:defRPr sz="7200" b="1">
                <a:solidFill>
                  <a:srgbClr val="002060"/>
                </a:solidFill>
                <a:latin typeface="Calibri"/>
                <a:ea typeface="Calibri"/>
                <a:cs typeface="Calibri"/>
              </a:defRPr>
            </a:lvl6pPr>
            <a:lvl7pPr>
              <a:defRPr sz="7200" b="1">
                <a:solidFill>
                  <a:srgbClr val="002060"/>
                </a:solidFill>
                <a:latin typeface="Calibri"/>
                <a:ea typeface="Calibri"/>
                <a:cs typeface="Calibri"/>
              </a:defRPr>
            </a:lvl7pPr>
            <a:lvl8pPr>
              <a:defRPr sz="7200" b="1">
                <a:solidFill>
                  <a:srgbClr val="002060"/>
                </a:solidFill>
                <a:latin typeface="Calibri"/>
                <a:ea typeface="Calibri"/>
                <a:cs typeface="Calibri"/>
              </a:defRPr>
            </a:lvl8pPr>
            <a:lvl9pPr>
              <a:defRPr sz="7200" b="1">
                <a:solidFill>
                  <a:srgbClr val="002060"/>
                </a:solidFill>
                <a:latin typeface="Calibri"/>
                <a:ea typeface="Calibri"/>
                <a:cs typeface="Calibri"/>
              </a:defRPr>
            </a:lvl9pPr>
          </a:lstStyle>
          <a:p>
            <a:pPr>
              <a:defRPr sz="7200" b="1">
                <a:solidFill>
                  <a:srgbClr val="002060"/>
                </a:solidFill>
                <a:latin typeface="Calibri"/>
                <a:ea typeface="Calibri"/>
                <a:cs typeface="Calibri"/>
              </a:defRPr>
            </a:pPr>
            <a:r>
              <a:rPr sz="7200" b="1">
                <a:solidFill>
                  <a:srgbClr val="002060"/>
                </a:solidFill>
                <a:latin typeface="Calibri"/>
                <a:ea typeface="Calibri"/>
                <a:cs typeface="Calibri"/>
              </a:rPr>
              <a:t>Study objective</a:t>
            </a:r>
          </a:p>
        </p:txBody>
      </p:sp>
      <p:sp>
        <p:nvSpPr>
          <p:cNvPr id="105" name="body">
            <a:extLst>
              <a:ext uri="{FF2B5EF4-FFF2-40B4-BE49-F238E27FC236}">
                <a16:creationId xmlns:a16="http://schemas.microsoft.com/office/drawing/2014/main" id="{B579F4C0-E309-4D51-995D-9B7610C19574}"/>
              </a:ext>
            </a:extLst>
          </p:cNvPr>
          <p:cNvSpPr>
            <a:spLocks noGrp="1"/>
          </p:cNvSpPr>
          <p:nvPr/>
        </p:nvSpPr>
        <p:spPr>
          <a:xfrm>
            <a:off x="1719072" y="11064240"/>
            <a:ext cx="37709856" cy="30175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Compare gene assignments, predicted coding effects, annotation-set overlap and run-level similarity across six public AML- or ALL-associated sequencing runs.</a:t>
            </a:r>
          </a:p>
        </p:txBody>
      </p:sp>
      <p:sp>
        <p:nvSpPr>
          <p:cNvPr id="106" name="body">
            <a:extLst>
              <a:ext uri="{FF2B5EF4-FFF2-40B4-BE49-F238E27FC236}">
                <a16:creationId xmlns:a16="http://schemas.microsoft.com/office/drawing/2014/main" id="{AB087EC3-C5B1-4F88-99AE-32473949DC07}"/>
              </a:ext>
            </a:extLst>
          </p:cNvPr>
          <p:cNvSpPr>
            <a:spLocks noGrp="1"/>
          </p:cNvSpPr>
          <p:nvPr/>
        </p:nvSpPr>
        <p:spPr>
          <a:xfrm>
            <a:off x="1719072" y="15636240"/>
            <a:ext cx="37709856" cy="23774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Interpret shared and group-restricted profiles alongside biological provenance and chromosome coverage.</a:t>
            </a:r>
          </a:p>
        </p:txBody>
      </p:sp>
      <p:sp>
        <p:nvSpPr>
          <p:cNvPr id="107" name="body">
            <a:extLst>
              <a:ext uri="{FF2B5EF4-FFF2-40B4-BE49-F238E27FC236}">
                <a16:creationId xmlns:a16="http://schemas.microsoft.com/office/drawing/2014/main" id="{F027D041-D3E0-4317-AD0F-D885FC965E95}"/>
              </a:ext>
            </a:extLst>
          </p:cNvPr>
          <p:cNvSpPr>
            <a:spLocks noGrp="1"/>
          </p:cNvSpPr>
          <p:nvPr/>
        </p:nvSpPr>
        <p:spPr>
          <a:xfrm>
            <a:off x="1719072" y="18288000"/>
            <a:ext cx="37709856" cy="21031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AML: acute myeloid leukemia. ALL: acute lymphoblastic leukemia.</a:t>
            </a:r>
          </a:p>
          <a:p>
            <a:pPr>
              <a:defRPr sz="6000" b="0">
                <a:solidFill>
                  <a:srgbClr val="000000"/>
                </a:solidFill>
                <a:latin typeface="Calibri"/>
                <a:ea typeface="Calibri"/>
                <a:cs typeface="Calibri"/>
              </a:defRPr>
            </a:pPr>
            <a:r>
              <a:rPr sz="6000" b="0">
                <a:solidFill>
                  <a:srgbClr val="000000"/>
                </a:solidFill>
                <a:latin typeface="Calibri"/>
                <a:ea typeface="Calibri"/>
                <a:cs typeface="Calibri"/>
              </a:rPr>
              <a:t>Context: Lysenkova Wiklander et al. (2023, 2024).</a:t>
            </a:r>
          </a:p>
        </p:txBody>
      </p:sp>
    </p:spTree>
    <p:extLst>
      <p:ext uri="{BB962C8B-B14F-4D97-AF65-F5344CB8AC3E}">
        <p14:creationId xmlns:p14="http://schemas.microsoft.com/office/powerpoint/2010/main" val="1910994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main-heading">
            <a:extLst>
              <a:ext uri="{FF2B5EF4-FFF2-40B4-BE49-F238E27FC236}">
                <a16:creationId xmlns:a16="http://schemas.microsoft.com/office/drawing/2014/main" id="{53A940FC-3FC0-49F5-942E-CFD80758AFDF}"/>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Sequencing Datasets</a:t>
            </a:r>
          </a:p>
        </p:txBody>
      </p:sp>
      <p:graphicFrame>
        <p:nvGraphicFramePr>
          <p:cNvPr id="102" name="">
            <a:extLst>
              <a:ext uri="{FF2B5EF4-FFF2-40B4-BE49-F238E27FC236}">
                <a16:creationId xmlns:a16="http://schemas.microsoft.com/office/drawing/2014/main" id="{02579B44-8AD5-4036-AE84-B5BAC97FA0C3}"/>
              </a:ext>
            </a:extLst>
          </p:cNvPr>
          <p:cNvGraphicFramePr/>
          <p:nvPr/>
        </p:nvGraphicFramePr>
        <p:xfrm>
          <a:off x="1719072" y="3657600"/>
          <a:ext cx="37709856" cy="12161520"/>
        </p:xfrm>
        <a:graphic>
          <a:graphicData uri="http://schemas.openxmlformats.org/drawingml/2006/table">
            <a:tbl>
              <a:tblPr/>
              <a:tblGrid>
                <a:gridCol w="4206240"/>
                <a:gridCol w="9326880"/>
                <a:gridCol w="13203936"/>
                <a:gridCol w="10972800"/>
              </a:tblGrid>
              <a:tr h="1371600">
                <a:tc>
                  <a:txBody>
                    <a:bodyPr lIns="133350" tIns="133350" rIns="133350" bIns="133350">
                      <a:noAutofit/>
                    </a:bodyPr>
                    <a:lstStyle/>
                    <a:p>
                      <a:r>
                        <a:rPr sz="6000" b="1">
                          <a:solidFill>
                            <a:srgbClr val="002060"/>
                          </a:solidFill>
                          <a:latin typeface="Calibri"/>
                          <a:ea typeface="Calibri"/>
                          <a:cs typeface="Calibri"/>
                        </a:rPr>
                        <a:t>Run</a:t>
                      </a:r>
                    </a:p>
                  </a:txBody>
                  <a:tcPr marL="91440" marR="91440" marT="45720" marB="45720" anchor="ctr">
                    <a:lnL w="14288">
                      <a:solidFill>
                        <a:srgbClr val="4472C4"/>
                      </a:solidFill>
                      <a:prstDash val="solid"/>
                    </a:lnL>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Accession</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Biological material</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Platform</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r>
              <a:tr h="1508760">
                <a:tc>
                  <a:txBody>
                    <a:bodyPr lIns="133350" tIns="133350" rIns="133350" bIns="133350">
                      <a:noAutofit/>
                    </a:bodyPr>
                    <a:lstStyle/>
                    <a:p>
                      <a:r>
                        <a:rPr sz="6000" b="0">
                          <a:solidFill>
                            <a:srgbClr val="000000"/>
                          </a:solidFill>
                          <a:latin typeface="Calibri"/>
                          <a:ea typeface="Calibri"/>
                          <a:cs typeface="Calibri"/>
                        </a:rPr>
                        <a:t>ALL-1</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SRR22444744</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REH</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PromethION</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508760">
                <a:tc>
                  <a:txBody>
                    <a:bodyPr lIns="133350" tIns="133350" rIns="133350" bIns="133350">
                      <a:noAutofit/>
                    </a:bodyPr>
                    <a:lstStyle/>
                    <a:p>
                      <a:r>
                        <a:rPr sz="6000" b="0">
                          <a:solidFill>
                            <a:srgbClr val="000000"/>
                          </a:solidFill>
                          <a:latin typeface="Calibri"/>
                          <a:ea typeface="Calibri"/>
                          <a:cs typeface="Calibri"/>
                        </a:rPr>
                        <a:t>ALL-2</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SRR22805329</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REH</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PacBio Sequel II</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508760">
                <a:tc>
                  <a:txBody>
                    <a:bodyPr lIns="133350" tIns="133350" rIns="133350" bIns="133350">
                      <a:noAutofit/>
                    </a:bodyPr>
                    <a:lstStyle/>
                    <a:p>
                      <a:r>
                        <a:rPr sz="6000" b="0">
                          <a:solidFill>
                            <a:srgbClr val="000000"/>
                          </a:solidFill>
                          <a:latin typeface="Calibri"/>
                          <a:ea typeface="Calibri"/>
                          <a:cs typeface="Calibri"/>
                        </a:rPr>
                        <a:t>ALL-3</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SRR23704824</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REH</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Illumina HiSeq X</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508760">
                <a:tc>
                  <a:txBody>
                    <a:bodyPr lIns="133350" tIns="133350" rIns="133350" bIns="133350">
                      <a:noAutofit/>
                    </a:bodyPr>
                    <a:lstStyle/>
                    <a:p>
                      <a:r>
                        <a:rPr sz="6000" b="0">
                          <a:solidFill>
                            <a:srgbClr val="000000"/>
                          </a:solidFill>
                          <a:latin typeface="Calibri"/>
                          <a:ea typeface="Calibri"/>
                          <a:cs typeface="Calibri"/>
                        </a:rPr>
                        <a:t>AML-1</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SRR1207242</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ML-2</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Illumina HiSeq 2000</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2377440">
                <a:tc>
                  <a:txBody>
                    <a:bodyPr lIns="133350" tIns="133350" rIns="133350" bIns="133350">
                      <a:noAutofit/>
                    </a:bodyPr>
                    <a:lstStyle/>
                    <a:p>
                      <a:r>
                        <a:rPr sz="6000" b="0">
                          <a:solidFill>
                            <a:srgbClr val="000000"/>
                          </a:solidFill>
                          <a:latin typeface="Calibri"/>
                          <a:ea typeface="Calibri"/>
                          <a:cs typeface="Calibri"/>
                        </a:rPr>
                        <a:t>AML-2</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SRR24350313</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HL-60 apoptotic DNA fragments</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Illumina NovaSeq 6000</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2377440">
                <a:tc>
                  <a:txBody>
                    <a:bodyPr lIns="133350" tIns="133350" rIns="133350" bIns="133350">
                      <a:noAutofit/>
                    </a:bodyPr>
                    <a:lstStyle/>
                    <a:p>
                      <a:r>
                        <a:rPr sz="6000" b="0">
                          <a:solidFill>
                            <a:srgbClr val="000000"/>
                          </a:solidFill>
                          <a:latin typeface="Calibri"/>
                          <a:ea typeface="Calibri"/>
                          <a:cs typeface="Calibri"/>
                        </a:rPr>
                        <a:t>AML-3</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SRR13483248</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AML-associated bone-marrow DNA</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Illumina HiSeq 2000</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bl>
          </a:graphicData>
        </a:graphic>
      </p:graphicFrame>
      <p:sp>
        <p:nvSpPr>
          <p:cNvPr id="103" name="body">
            <a:extLst>
              <a:ext uri="{FF2B5EF4-FFF2-40B4-BE49-F238E27FC236}">
                <a16:creationId xmlns:a16="http://schemas.microsoft.com/office/drawing/2014/main" id="{2FFBFA54-5B2E-443A-BC92-F4956CEB3BA9}"/>
              </a:ext>
            </a:extLst>
          </p:cNvPr>
          <p:cNvSpPr>
            <a:spLocks noGrp="1"/>
          </p:cNvSpPr>
          <p:nvPr/>
        </p:nvSpPr>
        <p:spPr>
          <a:xfrm>
            <a:off x="1719072" y="16642080"/>
            <a:ext cx="37709856" cy="246888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The three ALL runs share BioSample SAMN13831871. They are repeated measurements of one biological source.</a:t>
            </a:r>
          </a:p>
        </p:txBody>
      </p:sp>
      <p:sp>
        <p:nvSpPr>
          <p:cNvPr id="104" name="body">
            <a:extLst>
              <a:ext uri="{FF2B5EF4-FFF2-40B4-BE49-F238E27FC236}">
                <a16:creationId xmlns:a16="http://schemas.microsoft.com/office/drawing/2014/main" id="{462CA2D8-EDEF-45DA-A1B2-009BD872BEAD}"/>
              </a:ext>
            </a:extLst>
          </p:cNvPr>
          <p:cNvSpPr>
            <a:spLocks noGrp="1"/>
          </p:cNvSpPr>
          <p:nvPr/>
        </p:nvSpPr>
        <p:spPr>
          <a:xfrm>
            <a:off x="1719072" y="19202400"/>
            <a:ext cx="37709856" cy="155448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Analytical unit: sequencing run. This is a descriptive comparison, with no patient-level prevalence estimate.</a:t>
            </a:r>
          </a:p>
        </p:txBody>
      </p:sp>
    </p:spTree>
    <p:extLst>
      <p:ext uri="{BB962C8B-B14F-4D97-AF65-F5344CB8AC3E}">
        <p14:creationId xmlns:p14="http://schemas.microsoft.com/office/powerpoint/2010/main" val="1910994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main-heading">
            <a:extLst>
              <a:ext uri="{FF2B5EF4-FFF2-40B4-BE49-F238E27FC236}">
                <a16:creationId xmlns:a16="http://schemas.microsoft.com/office/drawing/2014/main" id="{B3CCF4A5-FB51-4BC3-BBB2-F826675B9652}"/>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Methods and Reference Coverage</a:t>
            </a:r>
          </a:p>
        </p:txBody>
      </p:sp>
      <p:sp>
        <p:nvSpPr>
          <p:cNvPr id="102" name="body">
            <a:extLst>
              <a:ext uri="{FF2B5EF4-FFF2-40B4-BE49-F238E27FC236}">
                <a16:creationId xmlns:a16="http://schemas.microsoft.com/office/drawing/2014/main" id="{919C30D8-847B-48F1-8EDD-3F9567F7C779}"/>
              </a:ext>
            </a:extLst>
          </p:cNvPr>
          <p:cNvSpPr>
            <a:spLocks noGrp="1"/>
          </p:cNvSpPr>
          <p:nvPr/>
        </p:nvSpPr>
        <p:spPr>
          <a:xfrm>
            <a:off x="1719072" y="3657600"/>
            <a:ext cx="37709856" cy="1371600"/>
          </a:xfrm>
          <a:prstGeom prst="rect">
            <a:avLst/>
          </a:prstGeom>
          <a:noFill/>
          <a:ln w="0">
            <a:noFill/>
            <a:prstDash val="solid"/>
          </a:ln>
        </p:spPr>
        <p:txBody>
          <a:bodyPr wrap="square" lIns="91440" tIns="45720" rIns="91440" bIns="45720" anchor="t">
            <a:noAutofit/>
          </a:bodyPr>
          <a:lstStyle>
            <a:defPPr>
              <a:defRPr sz="7200" b="1">
                <a:solidFill>
                  <a:srgbClr val="002060"/>
                </a:solidFill>
                <a:latin typeface="Calibri"/>
                <a:ea typeface="Calibri"/>
                <a:cs typeface="Calibri"/>
              </a:defRPr>
            </a:defPPr>
            <a:lvl1pPr>
              <a:defRPr sz="7200" b="1">
                <a:solidFill>
                  <a:srgbClr val="002060"/>
                </a:solidFill>
                <a:latin typeface="Calibri"/>
                <a:ea typeface="Calibri"/>
                <a:cs typeface="Calibri"/>
              </a:defRPr>
            </a:lvl1pPr>
            <a:lvl2pPr>
              <a:defRPr sz="7200" b="1">
                <a:solidFill>
                  <a:srgbClr val="002060"/>
                </a:solidFill>
                <a:latin typeface="Calibri"/>
                <a:ea typeface="Calibri"/>
                <a:cs typeface="Calibri"/>
              </a:defRPr>
            </a:lvl2pPr>
            <a:lvl3pPr>
              <a:defRPr sz="7200" b="1">
                <a:solidFill>
                  <a:srgbClr val="002060"/>
                </a:solidFill>
                <a:latin typeface="Calibri"/>
                <a:ea typeface="Calibri"/>
                <a:cs typeface="Calibri"/>
              </a:defRPr>
            </a:lvl3pPr>
            <a:lvl4pPr>
              <a:defRPr sz="7200" b="1">
                <a:solidFill>
                  <a:srgbClr val="002060"/>
                </a:solidFill>
                <a:latin typeface="Calibri"/>
                <a:ea typeface="Calibri"/>
                <a:cs typeface="Calibri"/>
              </a:defRPr>
            </a:lvl4pPr>
            <a:lvl5pPr>
              <a:defRPr sz="7200" b="1">
                <a:solidFill>
                  <a:srgbClr val="002060"/>
                </a:solidFill>
                <a:latin typeface="Calibri"/>
                <a:ea typeface="Calibri"/>
                <a:cs typeface="Calibri"/>
              </a:defRPr>
            </a:lvl5pPr>
            <a:lvl6pPr>
              <a:defRPr sz="7200" b="1">
                <a:solidFill>
                  <a:srgbClr val="002060"/>
                </a:solidFill>
                <a:latin typeface="Calibri"/>
                <a:ea typeface="Calibri"/>
                <a:cs typeface="Calibri"/>
              </a:defRPr>
            </a:lvl6pPr>
            <a:lvl7pPr>
              <a:defRPr sz="7200" b="1">
                <a:solidFill>
                  <a:srgbClr val="002060"/>
                </a:solidFill>
                <a:latin typeface="Calibri"/>
                <a:ea typeface="Calibri"/>
                <a:cs typeface="Calibri"/>
              </a:defRPr>
            </a:lvl7pPr>
            <a:lvl8pPr>
              <a:defRPr sz="7200" b="1">
                <a:solidFill>
                  <a:srgbClr val="002060"/>
                </a:solidFill>
                <a:latin typeface="Calibri"/>
                <a:ea typeface="Calibri"/>
                <a:cs typeface="Calibri"/>
              </a:defRPr>
            </a:lvl8pPr>
            <a:lvl9pPr>
              <a:defRPr sz="7200" b="1">
                <a:solidFill>
                  <a:srgbClr val="002060"/>
                </a:solidFill>
                <a:latin typeface="Calibri"/>
                <a:ea typeface="Calibri"/>
                <a:cs typeface="Calibri"/>
              </a:defRPr>
            </a:lvl9pPr>
          </a:lstStyle>
          <a:p>
            <a:pPr>
              <a:defRPr sz="7200" b="1">
                <a:solidFill>
                  <a:srgbClr val="002060"/>
                </a:solidFill>
                <a:latin typeface="Calibri"/>
                <a:ea typeface="Calibri"/>
                <a:cs typeface="Calibri"/>
              </a:defRPr>
            </a:pPr>
            <a:r>
              <a:rPr sz="7200" b="1">
                <a:solidFill>
                  <a:srgbClr val="002060"/>
                </a:solidFill>
                <a:latin typeface="Calibri"/>
                <a:ea typeface="Calibri"/>
                <a:cs typeface="Calibri"/>
              </a:rPr>
              <a:t>Sequence processing and annotation</a:t>
            </a:r>
          </a:p>
        </p:txBody>
      </p:sp>
      <p:sp>
        <p:nvSpPr>
          <p:cNvPr id="103" name="body">
            <a:extLst>
              <a:ext uri="{FF2B5EF4-FFF2-40B4-BE49-F238E27FC236}">
                <a16:creationId xmlns:a16="http://schemas.microsoft.com/office/drawing/2014/main" id="{E08F9B00-D2B2-4B4B-8A20-65DDAE8ED575}"/>
              </a:ext>
            </a:extLst>
          </p:cNvPr>
          <p:cNvSpPr>
            <a:spLocks noGrp="1"/>
          </p:cNvSpPr>
          <p:nvPr/>
        </p:nvSpPr>
        <p:spPr>
          <a:xfrm>
            <a:off x="1719072" y="5486400"/>
            <a:ext cx="37709856" cy="25603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Quality assessment and trimming, assembly and assembly checks.</a:t>
            </a:r>
          </a:p>
        </p:txBody>
      </p:sp>
      <p:sp>
        <p:nvSpPr>
          <p:cNvPr id="104" name="body">
            <a:extLst>
              <a:ext uri="{FF2B5EF4-FFF2-40B4-BE49-F238E27FC236}">
                <a16:creationId xmlns:a16="http://schemas.microsoft.com/office/drawing/2014/main" id="{CB637F81-43F5-4F23-91EB-0857938FA932}"/>
              </a:ext>
            </a:extLst>
          </p:cNvPr>
          <p:cNvSpPr>
            <a:spLocks noGrp="1"/>
          </p:cNvSpPr>
          <p:nvPr/>
        </p:nvSpPr>
        <p:spPr>
          <a:xfrm>
            <a:off x="1719072" y="8321040"/>
            <a:ext cx="37709856" cy="25603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Geneious alignment to GRCh38.p14 chromosome 9 (NC_000009.12), followed by reference annotation transfer.</a:t>
            </a:r>
          </a:p>
        </p:txBody>
      </p:sp>
      <p:sp>
        <p:nvSpPr>
          <p:cNvPr id="105" name="body">
            <a:extLst>
              <a:ext uri="{FF2B5EF4-FFF2-40B4-BE49-F238E27FC236}">
                <a16:creationId xmlns:a16="http://schemas.microsoft.com/office/drawing/2014/main" id="{D27B6135-19F0-4D92-8977-71A823E8BB54}"/>
              </a:ext>
            </a:extLst>
          </p:cNvPr>
          <p:cNvSpPr>
            <a:spLocks noGrp="1"/>
          </p:cNvSpPr>
          <p:nvPr/>
        </p:nvSpPr>
        <p:spPr>
          <a:xfrm>
            <a:off x="1719072" y="11155680"/>
            <a:ext cx="37709856" cy="25603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Descriptive summaries and hierarchical clustering using correlation distance and average linkage.</a:t>
            </a:r>
          </a:p>
        </p:txBody>
      </p:sp>
      <p:sp>
        <p:nvSpPr>
          <p:cNvPr id="106" name="body">
            <a:extLst>
              <a:ext uri="{FF2B5EF4-FFF2-40B4-BE49-F238E27FC236}">
                <a16:creationId xmlns:a16="http://schemas.microsoft.com/office/drawing/2014/main" id="{7DF85B09-1C2A-4B37-860F-D19ED7CE7310}"/>
              </a:ext>
            </a:extLst>
          </p:cNvPr>
          <p:cNvSpPr>
            <a:spLocks noGrp="1"/>
          </p:cNvSpPr>
          <p:nvPr/>
        </p:nvSpPr>
        <p:spPr>
          <a:xfrm>
            <a:off x="1719072" y="14721840"/>
            <a:ext cx="37709856" cy="1463040"/>
          </a:xfrm>
          <a:prstGeom prst="rect">
            <a:avLst/>
          </a:prstGeom>
          <a:noFill/>
          <a:ln w="0">
            <a:noFill/>
            <a:prstDash val="solid"/>
          </a:ln>
        </p:spPr>
        <p:txBody>
          <a:bodyPr wrap="square" lIns="91440" tIns="45720" rIns="91440" bIns="45720" anchor="t">
            <a:noAutofit/>
          </a:bodyPr>
          <a:lstStyle>
            <a:defPPr>
              <a:defRPr sz="7200" b="1">
                <a:solidFill>
                  <a:srgbClr val="002060"/>
                </a:solidFill>
                <a:latin typeface="Calibri"/>
                <a:ea typeface="Calibri"/>
                <a:cs typeface="Calibri"/>
              </a:defRPr>
            </a:defPPr>
            <a:lvl1pPr>
              <a:defRPr sz="7200" b="1">
                <a:solidFill>
                  <a:srgbClr val="002060"/>
                </a:solidFill>
                <a:latin typeface="Calibri"/>
                <a:ea typeface="Calibri"/>
                <a:cs typeface="Calibri"/>
              </a:defRPr>
            </a:lvl1pPr>
            <a:lvl2pPr>
              <a:defRPr sz="7200" b="1">
                <a:solidFill>
                  <a:srgbClr val="002060"/>
                </a:solidFill>
                <a:latin typeface="Calibri"/>
                <a:ea typeface="Calibri"/>
                <a:cs typeface="Calibri"/>
              </a:defRPr>
            </a:lvl2pPr>
            <a:lvl3pPr>
              <a:defRPr sz="7200" b="1">
                <a:solidFill>
                  <a:srgbClr val="002060"/>
                </a:solidFill>
                <a:latin typeface="Calibri"/>
                <a:ea typeface="Calibri"/>
                <a:cs typeface="Calibri"/>
              </a:defRPr>
            </a:lvl3pPr>
            <a:lvl4pPr>
              <a:defRPr sz="7200" b="1">
                <a:solidFill>
                  <a:srgbClr val="002060"/>
                </a:solidFill>
                <a:latin typeface="Calibri"/>
                <a:ea typeface="Calibri"/>
                <a:cs typeface="Calibri"/>
              </a:defRPr>
            </a:lvl4pPr>
            <a:lvl5pPr>
              <a:defRPr sz="7200" b="1">
                <a:solidFill>
                  <a:srgbClr val="002060"/>
                </a:solidFill>
                <a:latin typeface="Calibri"/>
                <a:ea typeface="Calibri"/>
                <a:cs typeface="Calibri"/>
              </a:defRPr>
            </a:lvl5pPr>
            <a:lvl6pPr>
              <a:defRPr sz="7200" b="1">
                <a:solidFill>
                  <a:srgbClr val="002060"/>
                </a:solidFill>
                <a:latin typeface="Calibri"/>
                <a:ea typeface="Calibri"/>
                <a:cs typeface="Calibri"/>
              </a:defRPr>
            </a:lvl6pPr>
            <a:lvl7pPr>
              <a:defRPr sz="7200" b="1">
                <a:solidFill>
                  <a:srgbClr val="002060"/>
                </a:solidFill>
                <a:latin typeface="Calibri"/>
                <a:ea typeface="Calibri"/>
                <a:cs typeface="Calibri"/>
              </a:defRPr>
            </a:lvl7pPr>
            <a:lvl8pPr>
              <a:defRPr sz="7200" b="1">
                <a:solidFill>
                  <a:srgbClr val="002060"/>
                </a:solidFill>
                <a:latin typeface="Calibri"/>
                <a:ea typeface="Calibri"/>
                <a:cs typeface="Calibri"/>
              </a:defRPr>
            </a:lvl8pPr>
            <a:lvl9pPr>
              <a:defRPr sz="7200" b="1">
                <a:solidFill>
                  <a:srgbClr val="002060"/>
                </a:solidFill>
                <a:latin typeface="Calibri"/>
                <a:ea typeface="Calibri"/>
                <a:cs typeface="Calibri"/>
              </a:defRPr>
            </a:lvl9pPr>
          </a:lstStyle>
          <a:p>
            <a:pPr>
              <a:defRPr sz="7200" b="1">
                <a:solidFill>
                  <a:srgbClr val="002060"/>
                </a:solidFill>
                <a:latin typeface="Calibri"/>
                <a:ea typeface="Calibri"/>
                <a:cs typeface="Calibri"/>
              </a:defRPr>
            </a:pPr>
            <a:r>
              <a:rPr sz="7200" b="1">
                <a:solidFill>
                  <a:srgbClr val="002060"/>
                </a:solidFill>
                <a:latin typeface="Calibri"/>
                <a:ea typeface="Calibri"/>
                <a:cs typeface="Calibri"/>
              </a:rPr>
              <a:t>ALL-1 reference coverage: 0.8%</a:t>
            </a:r>
          </a:p>
        </p:txBody>
      </p:sp>
      <p:sp>
        <p:nvSpPr>
          <p:cNvPr id="107" name="body">
            <a:extLst>
              <a:ext uri="{FF2B5EF4-FFF2-40B4-BE49-F238E27FC236}">
                <a16:creationId xmlns:a16="http://schemas.microsoft.com/office/drawing/2014/main" id="{B5EA3E61-83EA-4307-BD08-989CC3C48AAB}"/>
              </a:ext>
            </a:extLst>
          </p:cNvPr>
          <p:cNvSpPr>
            <a:spLocks noGrp="1"/>
          </p:cNvSpPr>
          <p:nvPr/>
        </p:nvSpPr>
        <p:spPr>
          <a:xfrm>
            <a:off x="1719072" y="16916400"/>
            <a:ext cx="37709856" cy="28346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Pairwise identity was 91.4% and maximum coverage was 3. High identity within aligned sequences does not establish adequate chromosome representation.</a:t>
            </a:r>
          </a:p>
        </p:txBody>
      </p:sp>
    </p:spTree>
    <p:extLst>
      <p:ext uri="{BB962C8B-B14F-4D97-AF65-F5344CB8AC3E}">
        <p14:creationId xmlns:p14="http://schemas.microsoft.com/office/powerpoint/2010/main" val="1910994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main-heading">
            <a:extLst>
              <a:ext uri="{FF2B5EF4-FFF2-40B4-BE49-F238E27FC236}">
                <a16:creationId xmlns:a16="http://schemas.microsoft.com/office/drawing/2014/main" id="{4F72CC70-B7B2-426F-8CF0-C9904C0D6F65}"/>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Annotation Counts and Gene Assignments</a:t>
            </a:r>
          </a:p>
        </p:txBody>
      </p:sp>
      <p:graphicFrame>
        <p:nvGraphicFramePr>
          <p:cNvPr id="102" name="">
            <a:extLst>
              <a:ext uri="{FF2B5EF4-FFF2-40B4-BE49-F238E27FC236}">
                <a16:creationId xmlns:a16="http://schemas.microsoft.com/office/drawing/2014/main" id="{7D7ED665-B1D5-4417-84AD-CA49A3D4A407}"/>
              </a:ext>
            </a:extLst>
          </p:cNvPr>
          <p:cNvGraphicFramePr/>
          <p:nvPr/>
        </p:nvGraphicFramePr>
        <p:xfrm>
          <a:off x="1719072" y="3657600"/>
          <a:ext cx="37709856" cy="6172200"/>
        </p:xfrm>
        <a:graphic>
          <a:graphicData uri="http://schemas.openxmlformats.org/drawingml/2006/table">
            <a:tbl>
              <a:tblPr/>
              <a:tblGrid>
                <a:gridCol w="18288000"/>
                <a:gridCol w="9710928"/>
                <a:gridCol w="9710928"/>
              </a:tblGrid>
              <a:tr h="1508760">
                <a:tc>
                  <a:txBody>
                    <a:bodyPr lIns="133350" tIns="133350" rIns="133350" bIns="133350">
                      <a:noAutofit/>
                    </a:bodyPr>
                    <a:lstStyle/>
                    <a:p>
                      <a:r>
                        <a:rPr sz="6000" b="1">
                          <a:solidFill>
                            <a:srgbClr val="002060"/>
                          </a:solidFill>
                          <a:latin typeface="Calibri"/>
                          <a:ea typeface="Calibri"/>
                          <a:cs typeface="Calibri"/>
                        </a:rPr>
                        <a:t>Annotation-record summary</a:t>
                      </a:r>
                    </a:p>
                  </a:txBody>
                  <a:tcPr marL="91440" marR="91440" marT="45720" marB="45720" anchor="ctr">
                    <a:lnL w="14288">
                      <a:solidFill>
                        <a:srgbClr val="4472C4"/>
                      </a:solidFill>
                      <a:prstDash val="solid"/>
                    </a:lnL>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ALL-associated</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AML-associated</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r>
              <a:tr h="1508760">
                <a:tc>
                  <a:txBody>
                    <a:bodyPr lIns="133350" tIns="133350" rIns="133350" bIns="133350">
                      <a:noAutofit/>
                    </a:bodyPr>
                    <a:lstStyle/>
                    <a:p>
                      <a:r>
                        <a:rPr sz="6000" b="0">
                          <a:solidFill>
                            <a:srgbClr val="000000"/>
                          </a:solidFill>
                          <a:latin typeface="Calibri"/>
                          <a:ea typeface="Calibri"/>
                          <a:cs typeface="Calibri"/>
                        </a:rPr>
                        <a:t>Number of sequencing runs</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3</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3</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645920">
                <a:tc>
                  <a:txBody>
                    <a:bodyPr lIns="133350" tIns="133350" rIns="133350" bIns="133350">
                      <a:noAutofit/>
                    </a:bodyPr>
                    <a:lstStyle/>
                    <a:p>
                      <a:r>
                        <a:rPr sz="6000" b="0">
                          <a:solidFill>
                            <a:srgbClr val="000000"/>
                          </a:solidFill>
                          <a:latin typeface="Calibri"/>
                          <a:ea typeface="Calibri"/>
                          <a:cs typeface="Calibri"/>
                        </a:rPr>
                        <a:t>Run-level count range</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4–4,943</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25–8,117</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508760">
                <a:tc>
                  <a:txBody>
                    <a:bodyPr lIns="133350" tIns="133350" rIns="133350" bIns="133350">
                      <a:noAutofit/>
                    </a:bodyPr>
                    <a:lstStyle/>
                    <a:p>
                      <a:r>
                        <a:rPr sz="6000" b="0">
                          <a:solidFill>
                            <a:srgbClr val="000000"/>
                          </a:solidFill>
                          <a:latin typeface="Calibri"/>
                          <a:ea typeface="Calibri"/>
                          <a:cs typeface="Calibri"/>
                        </a:rPr>
                        <a:t>Median count</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92</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1,822</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bl>
          </a:graphicData>
        </a:graphic>
      </p:graphicFrame>
      <p:sp>
        <p:nvSpPr>
          <p:cNvPr id="103" name="body">
            <a:extLst>
              <a:ext uri="{FF2B5EF4-FFF2-40B4-BE49-F238E27FC236}">
                <a16:creationId xmlns:a16="http://schemas.microsoft.com/office/drawing/2014/main" id="{FE70F8BA-D9CE-4EE3-BD33-1B210401E316}"/>
              </a:ext>
            </a:extLst>
          </p:cNvPr>
          <p:cNvSpPr>
            <a:spLocks noGrp="1"/>
          </p:cNvSpPr>
          <p:nvPr/>
        </p:nvSpPr>
        <p:spPr>
          <a:xfrm>
            <a:off x="1719072" y="11064240"/>
            <a:ext cx="37709856" cy="25603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AML-associated counts were higher and more dispersed, while the ranges overlapped. No between-group significance test was performed.</a:t>
            </a:r>
          </a:p>
        </p:txBody>
      </p:sp>
      <p:sp>
        <p:nvSpPr>
          <p:cNvPr id="104" name="body">
            <a:extLst>
              <a:ext uri="{FF2B5EF4-FFF2-40B4-BE49-F238E27FC236}">
                <a16:creationId xmlns:a16="http://schemas.microsoft.com/office/drawing/2014/main" id="{A550DC5E-6151-47EF-9948-E56FBBC5EEBE}"/>
              </a:ext>
            </a:extLst>
          </p:cNvPr>
          <p:cNvSpPr>
            <a:spLocks noGrp="1"/>
          </p:cNvSpPr>
          <p:nvPr/>
        </p:nvSpPr>
        <p:spPr>
          <a:xfrm>
            <a:off x="1719072" y="14721840"/>
            <a:ext cx="37709856" cy="25603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PAX5-associated records occurred in both groups. NUP214 appeared in the ALL summary and NOTCH1 in the AML summary.</a:t>
            </a:r>
          </a:p>
        </p:txBody>
      </p:sp>
      <p:sp>
        <p:nvSpPr>
          <p:cNvPr id="105" name="body">
            <a:extLst>
              <a:ext uri="{FF2B5EF4-FFF2-40B4-BE49-F238E27FC236}">
                <a16:creationId xmlns:a16="http://schemas.microsoft.com/office/drawing/2014/main" id="{FC04768F-05A5-4B3E-B9AA-0BD421C8A445}"/>
              </a:ext>
            </a:extLst>
          </p:cNvPr>
          <p:cNvSpPr>
            <a:spLocks noGrp="1"/>
          </p:cNvSpPr>
          <p:nvPr/>
        </p:nvSpPr>
        <p:spPr>
          <a:xfrm>
            <a:off x="1719072" y="18288000"/>
            <a:ext cx="37709856" cy="21031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These are annotation records and gene assignments. They do not establish independent somatic mutations, pathogenicity or fusions.</a:t>
            </a:r>
          </a:p>
        </p:txBody>
      </p:sp>
    </p:spTree>
    <p:extLst>
      <p:ext uri="{BB962C8B-B14F-4D97-AF65-F5344CB8AC3E}">
        <p14:creationId xmlns:p14="http://schemas.microsoft.com/office/powerpoint/2010/main" val="1910994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main-heading">
            <a:extLst>
              <a:ext uri="{FF2B5EF4-FFF2-40B4-BE49-F238E27FC236}">
                <a16:creationId xmlns:a16="http://schemas.microsoft.com/office/drawing/2014/main" id="{90B56252-D738-4BB1-8DCC-E10938FDDC47}"/>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Predicted Coding-Annotation Patterns</a:t>
            </a:r>
          </a:p>
        </p:txBody>
      </p:sp>
      <p:graphicFrame>
        <p:nvGraphicFramePr>
          <p:cNvPr id="102" name="">
            <a:extLst>
              <a:ext uri="{FF2B5EF4-FFF2-40B4-BE49-F238E27FC236}">
                <a16:creationId xmlns:a16="http://schemas.microsoft.com/office/drawing/2014/main" id="{5EC6A7A1-8A63-421D-8F91-045044EC0BEF}"/>
              </a:ext>
            </a:extLst>
          </p:cNvPr>
          <p:cNvGraphicFramePr/>
          <p:nvPr/>
        </p:nvGraphicFramePr>
        <p:xfrm>
          <a:off x="1719072" y="3657600"/>
          <a:ext cx="37709856" cy="9875520"/>
        </p:xfrm>
        <a:graphic>
          <a:graphicData uri="http://schemas.openxmlformats.org/drawingml/2006/table">
            <a:tbl>
              <a:tblPr/>
              <a:tblGrid>
                <a:gridCol w="16824960"/>
                <a:gridCol w="10442448"/>
                <a:gridCol w="10442448"/>
              </a:tblGrid>
              <a:tr h="1417320">
                <a:tc>
                  <a:txBody>
                    <a:bodyPr lIns="133350" tIns="133350" rIns="133350" bIns="133350">
                      <a:noAutofit/>
                    </a:bodyPr>
                    <a:lstStyle/>
                    <a:p>
                      <a:r>
                        <a:rPr sz="6000" b="1">
                          <a:solidFill>
                            <a:srgbClr val="002060"/>
                          </a:solidFill>
                          <a:latin typeface="Calibri"/>
                          <a:ea typeface="Calibri"/>
                          <a:cs typeface="Calibri"/>
                        </a:rPr>
                        <a:t>Feature</a:t>
                      </a:r>
                    </a:p>
                  </a:txBody>
                  <a:tcPr marL="91440" marR="91440" marT="45720" marB="45720" anchor="ctr">
                    <a:lnL w="14288">
                      <a:solidFill>
                        <a:srgbClr val="4472C4"/>
                      </a:solidFill>
                      <a:prstDash val="solid"/>
                    </a:lnL>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ALL-associated</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AML-associated</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r>
              <a:tr h="1691640">
                <a:tc>
                  <a:txBody>
                    <a:bodyPr lIns="133350" tIns="133350" rIns="133350" bIns="133350">
                      <a:noAutofit/>
                    </a:bodyPr>
                    <a:lstStyle/>
                    <a:p>
                      <a:r>
                        <a:rPr sz="6000" b="0">
                          <a:solidFill>
                            <a:srgbClr val="000000"/>
                          </a:solidFill>
                          <a:latin typeface="Calibri"/>
                          <a:ea typeface="Calibri"/>
                          <a:cs typeface="Calibri"/>
                        </a:rPr>
                        <a:t>Predominant protein effect</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Substitution</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Substitution</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691640">
                <a:tc>
                  <a:txBody>
                    <a:bodyPr lIns="133350" tIns="133350" rIns="133350" bIns="133350">
                      <a:noAutofit/>
                    </a:bodyPr>
                    <a:lstStyle/>
                    <a:p>
                      <a:r>
                        <a:rPr sz="6000" b="0">
                          <a:solidFill>
                            <a:srgbClr val="000000"/>
                          </a:solidFill>
                          <a:latin typeface="Calibri"/>
                          <a:ea typeface="Calibri"/>
                          <a:cs typeface="Calibri"/>
                        </a:rPr>
                        <a:t>Truncation representation</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More prominent</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Less prominent</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691640">
                <a:tc>
                  <a:txBody>
                    <a:bodyPr lIns="133350" tIns="133350" rIns="133350" bIns="133350">
                      <a:noAutofit/>
                    </a:bodyPr>
                    <a:lstStyle/>
                    <a:p>
                      <a:r>
                        <a:rPr sz="6000" b="0">
                          <a:solidFill>
                            <a:srgbClr val="000000"/>
                          </a:solidFill>
                          <a:latin typeface="Calibri"/>
                          <a:ea typeface="Calibri"/>
                          <a:cs typeface="Calibri"/>
                        </a:rPr>
                        <a:t>Leading amino-acid change</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Proline-to-leucine</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Glycine-to-arginine</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691640">
                <a:tc>
                  <a:txBody>
                    <a:bodyPr lIns="133350" tIns="133350" rIns="133350" bIns="133350">
                      <a:noAutofit/>
                    </a:bodyPr>
                    <a:lstStyle/>
                    <a:p>
                      <a:r>
                        <a:rPr sz="6000" b="0">
                          <a:solidFill>
                            <a:srgbClr val="000000"/>
                          </a:solidFill>
                          <a:latin typeface="Calibri"/>
                          <a:ea typeface="Calibri"/>
                          <a:cs typeface="Calibri"/>
                        </a:rPr>
                        <a:t>Leading codon-number label</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151</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539</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1691640">
                <a:tc>
                  <a:txBody>
                    <a:bodyPr lIns="133350" tIns="133350" rIns="133350" bIns="133350">
                      <a:noAutofit/>
                    </a:bodyPr>
                    <a:lstStyle/>
                    <a:p>
                      <a:r>
                        <a:rPr sz="6000" b="0">
                          <a:solidFill>
                            <a:srgbClr val="000000"/>
                          </a:solidFill>
                          <a:latin typeface="Calibri"/>
                          <a:ea typeface="Calibri"/>
                          <a:cs typeface="Calibri"/>
                        </a:rPr>
                        <a:t>Leading coding-position label</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1074</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1327</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bl>
          </a:graphicData>
        </a:graphic>
      </p:graphicFrame>
      <p:sp>
        <p:nvSpPr>
          <p:cNvPr id="103" name="body">
            <a:extLst>
              <a:ext uri="{FF2B5EF4-FFF2-40B4-BE49-F238E27FC236}">
                <a16:creationId xmlns:a16="http://schemas.microsoft.com/office/drawing/2014/main" id="{08499B8D-712A-4F71-B449-C76DD20AF628}"/>
              </a:ext>
            </a:extLst>
          </p:cNvPr>
          <p:cNvSpPr>
            <a:spLocks noGrp="1"/>
          </p:cNvSpPr>
          <p:nvPr/>
        </p:nvSpPr>
        <p:spPr>
          <a:xfrm>
            <a:off x="1719072" y="14904720"/>
            <a:ext cx="37709856" cy="25603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Proline-to-leucine, glutamate-to-lysine, alanine-to-valine and alanine-to-threonine appeared in both top-ten amino-acid-change lists.</a:t>
            </a:r>
          </a:p>
        </p:txBody>
      </p:sp>
      <p:sp>
        <p:nvSpPr>
          <p:cNvPr id="104" name="body">
            <a:extLst>
              <a:ext uri="{FF2B5EF4-FFF2-40B4-BE49-F238E27FC236}">
                <a16:creationId xmlns:a16="http://schemas.microsoft.com/office/drawing/2014/main" id="{609F8399-EF5A-4165-9053-E00B312D7983}"/>
              </a:ext>
            </a:extLst>
          </p:cNvPr>
          <p:cNvSpPr>
            <a:spLocks noGrp="1"/>
          </p:cNvSpPr>
          <p:nvPr/>
        </p:nvSpPr>
        <p:spPr>
          <a:xfrm>
            <a:off x="1719072" y="18288000"/>
            <a:ext cx="37709856" cy="21031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Coding-position labels are pooled across coding sequences. They are not chromosome coordinates or demonstrated mutation hotspots.</a:t>
            </a:r>
          </a:p>
        </p:txBody>
      </p:sp>
    </p:spTree>
    <p:extLst>
      <p:ext uri="{BB962C8B-B14F-4D97-AF65-F5344CB8AC3E}">
        <p14:creationId xmlns:p14="http://schemas.microsoft.com/office/powerpoint/2010/main" val="1910994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main-heading">
            <a:extLst>
              <a:ext uri="{FF2B5EF4-FFF2-40B4-BE49-F238E27FC236}">
                <a16:creationId xmlns:a16="http://schemas.microsoft.com/office/drawing/2014/main" id="{D1C6D584-5890-424A-93FD-52B0E124EA7D}"/>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Shared and Group-Restricted Annotation Sets</a:t>
            </a:r>
          </a:p>
        </p:txBody>
      </p:sp>
      <p:graphicFrame>
        <p:nvGraphicFramePr>
          <p:cNvPr id="102" name="">
            <a:extLst>
              <a:ext uri="{FF2B5EF4-FFF2-40B4-BE49-F238E27FC236}">
                <a16:creationId xmlns:a16="http://schemas.microsoft.com/office/drawing/2014/main" id="{2B7B5958-03B4-4B75-B110-55784D47DAE6}"/>
              </a:ext>
            </a:extLst>
          </p:cNvPr>
          <p:cNvGraphicFramePr/>
          <p:nvPr/>
        </p:nvGraphicFramePr>
        <p:xfrm>
          <a:off x="1719072" y="4572000"/>
          <a:ext cx="37709856" cy="7315200"/>
        </p:xfrm>
        <a:graphic>
          <a:graphicData uri="http://schemas.openxmlformats.org/drawingml/2006/table">
            <a:tbl>
              <a:tblPr/>
              <a:tblGrid>
                <a:gridCol w="16861536"/>
                <a:gridCol w="6949440"/>
                <a:gridCol w="6949440"/>
                <a:gridCol w="6949440"/>
              </a:tblGrid>
              <a:tr h="1920240">
                <a:tc>
                  <a:txBody>
                    <a:bodyPr lIns="133350" tIns="133350" rIns="133350" bIns="133350">
                      <a:noAutofit/>
                    </a:bodyPr>
                    <a:lstStyle/>
                    <a:p>
                      <a:r>
                        <a:rPr sz="6000" b="1">
                          <a:solidFill>
                            <a:srgbClr val="002060"/>
                          </a:solidFill>
                          <a:latin typeface="Calibri"/>
                          <a:ea typeface="Calibri"/>
                          <a:cs typeface="Calibri"/>
                        </a:rPr>
                        <a:t>Set type</a:t>
                      </a:r>
                    </a:p>
                  </a:txBody>
                  <a:tcPr marL="91440" marR="91440" marT="45720" marB="45720" anchor="ctr">
                    <a:lnL w="14288">
                      <a:solidFill>
                        <a:srgbClr val="4472C4"/>
                      </a:solidFill>
                      <a:prstDash val="solid"/>
                    </a:lnL>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AML-only</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Shared</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c>
                  <a:txBody>
                    <a:bodyPr lIns="133350" tIns="133350" rIns="133350" bIns="133350">
                      <a:noAutofit/>
                    </a:bodyPr>
                    <a:lstStyle/>
                    <a:p>
                      <a:r>
                        <a:rPr sz="6000" b="1">
                          <a:solidFill>
                            <a:srgbClr val="002060"/>
                          </a:solidFill>
                          <a:latin typeface="Calibri"/>
                          <a:ea typeface="Calibri"/>
                          <a:cs typeface="Calibri"/>
                        </a:rPr>
                        <a:t>ALL-only</a:t>
                      </a:r>
                    </a:p>
                  </a:txBody>
                  <a:tcPr marL="91440" marR="91440" marT="45720" marB="45720" anchor="ctr">
                    <a:lnR w="14288">
                      <a:solidFill>
                        <a:srgbClr val="4472C4"/>
                      </a:solidFill>
                      <a:prstDash val="solid"/>
                    </a:lnR>
                    <a:lnT w="14288">
                      <a:solidFill>
                        <a:srgbClr val="4472C4"/>
                      </a:solidFill>
                      <a:prstDash val="solid"/>
                    </a:lnT>
                    <a:lnB w="14288">
                      <a:solidFill>
                        <a:srgbClr val="4472C4"/>
                      </a:solidFill>
                      <a:prstDash val="solid"/>
                    </a:lnB>
                    <a:solidFill>
                      <a:srgbClr val="E7E6E6"/>
                    </a:solidFill>
                  </a:tcPr>
                </a:tc>
              </a:tr>
              <a:tr h="2377440">
                <a:tc>
                  <a:txBody>
                    <a:bodyPr lIns="133350" tIns="133350" rIns="133350" bIns="133350">
                      <a:noAutofit/>
                    </a:bodyPr>
                    <a:lstStyle/>
                    <a:p>
                      <a:r>
                        <a:rPr sz="6000" b="0">
                          <a:solidFill>
                            <a:srgbClr val="000000"/>
                          </a:solidFill>
                          <a:latin typeface="Calibri"/>
                          <a:ea typeface="Calibri"/>
                          <a:cs typeface="Calibri"/>
                        </a:rPr>
                        <a:t>Gene labels</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196</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15</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41</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r h="3017520">
                <a:tc>
                  <a:txBody>
                    <a:bodyPr lIns="133350" tIns="133350" rIns="133350" bIns="133350">
                      <a:noAutofit/>
                    </a:bodyPr>
                    <a:lstStyle/>
                    <a:p>
                      <a:r>
                        <a:rPr sz="6000" b="0">
                          <a:solidFill>
                            <a:srgbClr val="000000"/>
                          </a:solidFill>
                          <a:latin typeface="Calibri"/>
                          <a:ea typeface="Calibri"/>
                          <a:cs typeface="Calibri"/>
                        </a:rPr>
                        <a:t>Variant annotation records</a:t>
                      </a:r>
                    </a:p>
                  </a:txBody>
                  <a:tcPr marL="91440" marR="91440" marT="45720" marB="45720" anchor="ctr">
                    <a:lnL w="14288">
                      <a:solidFill>
                        <a:srgbClr val="4472C4"/>
                      </a:solidFill>
                      <a:prstDash val="solid"/>
                    </a:lnL>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742</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4</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c>
                  <a:txBody>
                    <a:bodyPr lIns="133350" tIns="133350" rIns="133350" bIns="133350">
                      <a:noAutofit/>
                    </a:bodyPr>
                    <a:lstStyle/>
                    <a:p>
                      <a:r>
                        <a:rPr sz="6000" b="0">
                          <a:solidFill>
                            <a:srgbClr val="000000"/>
                          </a:solidFill>
                          <a:latin typeface="Calibri"/>
                          <a:ea typeface="Calibri"/>
                          <a:cs typeface="Calibri"/>
                        </a:rPr>
                        <a:t>551</a:t>
                      </a:r>
                    </a:p>
                  </a:txBody>
                  <a:tcPr marL="91440" marR="91440" marT="45720" marB="45720" anchor="ctr">
                    <a:lnR w="14288">
                      <a:solidFill>
                        <a:srgbClr val="4472C4"/>
                      </a:solidFill>
                      <a:prstDash val="solid"/>
                    </a:lnR>
                    <a:lnB w="14288">
                      <a:solidFill>
                        <a:srgbClr val="4472C4"/>
                      </a:solidFill>
                      <a:prstDash val="solid"/>
                    </a:lnB>
                    <a:solidFill>
                      <a:srgbClr val="FFFFFF"/>
                    </a:solidFill>
                  </a:tcPr>
                </a:tc>
              </a:tr>
            </a:tbl>
          </a:graphicData>
        </a:graphic>
      </p:graphicFrame>
      <p:sp>
        <p:nvSpPr>
          <p:cNvPr id="103" name="body">
            <a:extLst>
              <a:ext uri="{FF2B5EF4-FFF2-40B4-BE49-F238E27FC236}">
                <a16:creationId xmlns:a16="http://schemas.microsoft.com/office/drawing/2014/main" id="{CC68C7DD-B720-4454-9C56-54952D097966}"/>
              </a:ext>
            </a:extLst>
          </p:cNvPr>
          <p:cNvSpPr>
            <a:spLocks noGrp="1"/>
          </p:cNvSpPr>
          <p:nvPr/>
        </p:nvSpPr>
        <p:spPr>
          <a:xfrm>
            <a:off x="1719072" y="13716000"/>
            <a:ext cx="37709856" cy="256032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Shared entries were few in both comparisons. These counts describe the annotation sets recovered from the included runs.</a:t>
            </a:r>
          </a:p>
        </p:txBody>
      </p:sp>
      <p:sp>
        <p:nvSpPr>
          <p:cNvPr id="104" name="body">
            <a:extLst>
              <a:ext uri="{FF2B5EF4-FFF2-40B4-BE49-F238E27FC236}">
                <a16:creationId xmlns:a16="http://schemas.microsoft.com/office/drawing/2014/main" id="{E90FE645-A9B4-4B6A-95ED-FA0CF5D6E45B}"/>
              </a:ext>
            </a:extLst>
          </p:cNvPr>
          <p:cNvSpPr>
            <a:spLocks noGrp="1"/>
          </p:cNvSpPr>
          <p:nvPr/>
        </p:nvSpPr>
        <p:spPr>
          <a:xfrm>
            <a:off x="1719072" y="17373600"/>
            <a:ext cx="37709856" cy="274320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Group-restricted membership can reflect coverage or assay differences. It does not establish leukemia-specific mutations or biological absence.</a:t>
            </a:r>
          </a:p>
        </p:txBody>
      </p:sp>
    </p:spTree>
    <p:extLst>
      <p:ext uri="{BB962C8B-B14F-4D97-AF65-F5344CB8AC3E}">
        <p14:creationId xmlns:p14="http://schemas.microsoft.com/office/powerpoint/2010/main" val="1910994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main-heading">
            <a:extLst>
              <a:ext uri="{FF2B5EF4-FFF2-40B4-BE49-F238E27FC236}">
                <a16:creationId xmlns:a16="http://schemas.microsoft.com/office/drawing/2014/main" id="{A4ADC696-9398-40B9-8163-7BC2FB7E5104}"/>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Similarity Among Run-Level Profiles</a:t>
            </a:r>
          </a:p>
        </p:txBody>
      </p:sp>
      <p:pic>
        <p:nvPicPr>
          <p:cNvPr id="102" name="">
            <a:extLst>
              <a:ext uri="{FF2B5EF4-FFF2-40B4-BE49-F238E27FC236}">
                <a16:creationId xmlns:a16="http://schemas.microsoft.com/office/drawing/2014/main" id="{2215FD75-FBA4-4D28-9AAF-CE226F2327A1}"/>
              </a:ext>
            </a:extLst>
          </p:cNvPr>
          <p:cNvPicPr>
            <a:picLocks noChangeAspect="1"/>
          </p:cNvPicPr>
          <p:nvPr/>
        </p:nvPicPr>
        <p:blipFill>
          <a:blip r:embed="rId100"/>
          <a:stretch/>
        </p:blipFill>
        <p:spPr>
          <a:xfrm>
            <a:off x="7772400" y="3383280"/>
            <a:ext cx="25603200" cy="12801600"/>
          </a:xfrm>
          <a:prstGeom prst="rect">
            <a:avLst/>
          </a:prstGeom>
        </p:spPr>
      </p:pic>
      <p:sp>
        <p:nvSpPr>
          <p:cNvPr id="103" name="body">
            <a:extLst>
              <a:ext uri="{FF2B5EF4-FFF2-40B4-BE49-F238E27FC236}">
                <a16:creationId xmlns:a16="http://schemas.microsoft.com/office/drawing/2014/main" id="{EED41977-6F0A-4349-9A3E-557FC0B5FAA9}"/>
              </a:ext>
            </a:extLst>
          </p:cNvPr>
          <p:cNvSpPr>
            <a:spLocks noGrp="1"/>
          </p:cNvSpPr>
          <p:nvPr/>
        </p:nvSpPr>
        <p:spPr>
          <a:xfrm>
            <a:off x="1719072" y="16642080"/>
            <a:ext cx="37709856" cy="219456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ALL-3 and AML-2 formed the closest pair. ALL-1, ALL-2 and AML-3 joined successively, with AML-1 last.</a:t>
            </a:r>
          </a:p>
        </p:txBody>
      </p:sp>
      <p:sp>
        <p:nvSpPr>
          <p:cNvPr id="104" name="body">
            <a:extLst>
              <a:ext uri="{FF2B5EF4-FFF2-40B4-BE49-F238E27FC236}">
                <a16:creationId xmlns:a16="http://schemas.microsoft.com/office/drawing/2014/main" id="{34EAE0A2-6FA6-477E-A4C1-D89773D2729F}"/>
              </a:ext>
            </a:extLst>
          </p:cNvPr>
          <p:cNvSpPr>
            <a:spLocks noGrp="1"/>
          </p:cNvSpPr>
          <p:nvPr/>
        </p:nvSpPr>
        <p:spPr>
          <a:xfrm>
            <a:off x="1719072" y="19202400"/>
            <a:ext cx="37709856" cy="173736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Mixed clustering does not show that AML and ALL are genomically indistinguishable. Branch height is a distance, not statistical support.</a:t>
            </a:r>
          </a:p>
        </p:txBody>
      </p:sp>
    </p:spTree>
    <p:extLst>
      <p:ext uri="{BB962C8B-B14F-4D97-AF65-F5344CB8AC3E}">
        <p14:creationId xmlns:p14="http://schemas.microsoft.com/office/powerpoint/2010/main" val="19109947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main-heading">
            <a:extLst>
              <a:ext uri="{FF2B5EF4-FFF2-40B4-BE49-F238E27FC236}">
                <a16:creationId xmlns:a16="http://schemas.microsoft.com/office/drawing/2014/main" id="{F38437C4-80E1-40E3-9855-A12E9F68FB88}"/>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Conclusion, Limitations and Recommendations</a:t>
            </a:r>
          </a:p>
        </p:txBody>
      </p:sp>
      <p:sp>
        <p:nvSpPr>
          <p:cNvPr id="102" name="body">
            <a:extLst>
              <a:ext uri="{FF2B5EF4-FFF2-40B4-BE49-F238E27FC236}">
                <a16:creationId xmlns:a16="http://schemas.microsoft.com/office/drawing/2014/main" id="{0E16CA24-2418-40EB-9EB0-6645CC38CF0D}"/>
              </a:ext>
            </a:extLst>
          </p:cNvPr>
          <p:cNvSpPr>
            <a:spLocks noGrp="1"/>
          </p:cNvSpPr>
          <p:nvPr/>
        </p:nvSpPr>
        <p:spPr>
          <a:xfrm>
            <a:off x="1719072" y="3657600"/>
            <a:ext cx="37709856" cy="1371600"/>
          </a:xfrm>
          <a:prstGeom prst="rect">
            <a:avLst/>
          </a:prstGeom>
          <a:noFill/>
          <a:ln w="0">
            <a:noFill/>
            <a:prstDash val="solid"/>
          </a:ln>
        </p:spPr>
        <p:txBody>
          <a:bodyPr wrap="square" lIns="91440" tIns="45720" rIns="91440" bIns="45720" anchor="t">
            <a:noAutofit/>
          </a:bodyPr>
          <a:lstStyle>
            <a:defPPr>
              <a:defRPr sz="7200" b="1">
                <a:solidFill>
                  <a:srgbClr val="002060"/>
                </a:solidFill>
                <a:latin typeface="Calibri"/>
                <a:ea typeface="Calibri"/>
                <a:cs typeface="Calibri"/>
              </a:defRPr>
            </a:defPPr>
            <a:lvl1pPr>
              <a:defRPr sz="7200" b="1">
                <a:solidFill>
                  <a:srgbClr val="002060"/>
                </a:solidFill>
                <a:latin typeface="Calibri"/>
                <a:ea typeface="Calibri"/>
                <a:cs typeface="Calibri"/>
              </a:defRPr>
            </a:lvl1pPr>
            <a:lvl2pPr>
              <a:defRPr sz="7200" b="1">
                <a:solidFill>
                  <a:srgbClr val="002060"/>
                </a:solidFill>
                <a:latin typeface="Calibri"/>
                <a:ea typeface="Calibri"/>
                <a:cs typeface="Calibri"/>
              </a:defRPr>
            </a:lvl2pPr>
            <a:lvl3pPr>
              <a:defRPr sz="7200" b="1">
                <a:solidFill>
                  <a:srgbClr val="002060"/>
                </a:solidFill>
                <a:latin typeface="Calibri"/>
                <a:ea typeface="Calibri"/>
                <a:cs typeface="Calibri"/>
              </a:defRPr>
            </a:lvl3pPr>
            <a:lvl4pPr>
              <a:defRPr sz="7200" b="1">
                <a:solidFill>
                  <a:srgbClr val="002060"/>
                </a:solidFill>
                <a:latin typeface="Calibri"/>
                <a:ea typeface="Calibri"/>
                <a:cs typeface="Calibri"/>
              </a:defRPr>
            </a:lvl4pPr>
            <a:lvl5pPr>
              <a:defRPr sz="7200" b="1">
                <a:solidFill>
                  <a:srgbClr val="002060"/>
                </a:solidFill>
                <a:latin typeface="Calibri"/>
                <a:ea typeface="Calibri"/>
                <a:cs typeface="Calibri"/>
              </a:defRPr>
            </a:lvl5pPr>
            <a:lvl6pPr>
              <a:defRPr sz="7200" b="1">
                <a:solidFill>
                  <a:srgbClr val="002060"/>
                </a:solidFill>
                <a:latin typeface="Calibri"/>
                <a:ea typeface="Calibri"/>
                <a:cs typeface="Calibri"/>
              </a:defRPr>
            </a:lvl6pPr>
            <a:lvl7pPr>
              <a:defRPr sz="7200" b="1">
                <a:solidFill>
                  <a:srgbClr val="002060"/>
                </a:solidFill>
                <a:latin typeface="Calibri"/>
                <a:ea typeface="Calibri"/>
                <a:cs typeface="Calibri"/>
              </a:defRPr>
            </a:lvl7pPr>
            <a:lvl8pPr>
              <a:defRPr sz="7200" b="1">
                <a:solidFill>
                  <a:srgbClr val="002060"/>
                </a:solidFill>
                <a:latin typeface="Calibri"/>
                <a:ea typeface="Calibri"/>
                <a:cs typeface="Calibri"/>
              </a:defRPr>
            </a:lvl8pPr>
            <a:lvl9pPr>
              <a:defRPr sz="7200" b="1">
                <a:solidFill>
                  <a:srgbClr val="002060"/>
                </a:solidFill>
                <a:latin typeface="Calibri"/>
                <a:ea typeface="Calibri"/>
                <a:cs typeface="Calibri"/>
              </a:defRPr>
            </a:lvl9pPr>
          </a:lstStyle>
          <a:p>
            <a:pPr>
              <a:defRPr sz="7200" b="1">
                <a:solidFill>
                  <a:srgbClr val="002060"/>
                </a:solidFill>
                <a:latin typeface="Calibri"/>
                <a:ea typeface="Calibri"/>
                <a:cs typeface="Calibri"/>
              </a:defRPr>
            </a:pPr>
            <a:r>
              <a:rPr sz="7200" b="1">
                <a:solidFill>
                  <a:srgbClr val="002060"/>
                </a:solidFill>
                <a:latin typeface="Calibri"/>
                <a:ea typeface="Calibri"/>
                <a:cs typeface="Calibri"/>
              </a:rPr>
              <a:t>Conclusion</a:t>
            </a:r>
          </a:p>
        </p:txBody>
      </p:sp>
      <p:sp>
        <p:nvSpPr>
          <p:cNvPr id="103" name="body">
            <a:extLst>
              <a:ext uri="{FF2B5EF4-FFF2-40B4-BE49-F238E27FC236}">
                <a16:creationId xmlns:a16="http://schemas.microsoft.com/office/drawing/2014/main" id="{43F10D81-9873-4C92-B44D-DE45EC530BBB}"/>
              </a:ext>
            </a:extLst>
          </p:cNvPr>
          <p:cNvSpPr>
            <a:spLocks noGrp="1"/>
          </p:cNvSpPr>
          <p:nvPr/>
        </p:nvSpPr>
        <p:spPr>
          <a:xfrm>
            <a:off x="1719072" y="5486400"/>
            <a:ext cx="37709856" cy="23774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Chromosome 9 profiles varied across the six runs. Annotation-set overlap was limited, while clustering intermixed leukemia labels.</a:t>
            </a:r>
          </a:p>
        </p:txBody>
      </p:sp>
      <p:sp>
        <p:nvSpPr>
          <p:cNvPr id="104" name="body">
            <a:extLst>
              <a:ext uri="{FF2B5EF4-FFF2-40B4-BE49-F238E27FC236}">
                <a16:creationId xmlns:a16="http://schemas.microsoft.com/office/drawing/2014/main" id="{9E26E572-E457-4095-8251-58469D01D9B4}"/>
              </a:ext>
            </a:extLst>
          </p:cNvPr>
          <p:cNvSpPr>
            <a:spLocks noGrp="1"/>
          </p:cNvSpPr>
          <p:nvPr/>
        </p:nvSpPr>
        <p:spPr>
          <a:xfrm>
            <a:off x="1719072" y="8778240"/>
            <a:ext cx="37709856" cy="1371600"/>
          </a:xfrm>
          <a:prstGeom prst="rect">
            <a:avLst/>
          </a:prstGeom>
          <a:noFill/>
          <a:ln w="0">
            <a:noFill/>
            <a:prstDash val="solid"/>
          </a:ln>
        </p:spPr>
        <p:txBody>
          <a:bodyPr wrap="square" lIns="91440" tIns="45720" rIns="91440" bIns="45720" anchor="t">
            <a:noAutofit/>
          </a:bodyPr>
          <a:lstStyle>
            <a:defPPr>
              <a:defRPr sz="7200" b="1">
                <a:solidFill>
                  <a:srgbClr val="002060"/>
                </a:solidFill>
                <a:latin typeface="Calibri"/>
                <a:ea typeface="Calibri"/>
                <a:cs typeface="Calibri"/>
              </a:defRPr>
            </a:defPPr>
            <a:lvl1pPr>
              <a:defRPr sz="7200" b="1">
                <a:solidFill>
                  <a:srgbClr val="002060"/>
                </a:solidFill>
                <a:latin typeface="Calibri"/>
                <a:ea typeface="Calibri"/>
                <a:cs typeface="Calibri"/>
              </a:defRPr>
            </a:lvl1pPr>
            <a:lvl2pPr>
              <a:defRPr sz="7200" b="1">
                <a:solidFill>
                  <a:srgbClr val="002060"/>
                </a:solidFill>
                <a:latin typeface="Calibri"/>
                <a:ea typeface="Calibri"/>
                <a:cs typeface="Calibri"/>
              </a:defRPr>
            </a:lvl2pPr>
            <a:lvl3pPr>
              <a:defRPr sz="7200" b="1">
                <a:solidFill>
                  <a:srgbClr val="002060"/>
                </a:solidFill>
                <a:latin typeface="Calibri"/>
                <a:ea typeface="Calibri"/>
                <a:cs typeface="Calibri"/>
              </a:defRPr>
            </a:lvl3pPr>
            <a:lvl4pPr>
              <a:defRPr sz="7200" b="1">
                <a:solidFill>
                  <a:srgbClr val="002060"/>
                </a:solidFill>
                <a:latin typeface="Calibri"/>
                <a:ea typeface="Calibri"/>
                <a:cs typeface="Calibri"/>
              </a:defRPr>
            </a:lvl4pPr>
            <a:lvl5pPr>
              <a:defRPr sz="7200" b="1">
                <a:solidFill>
                  <a:srgbClr val="002060"/>
                </a:solidFill>
                <a:latin typeface="Calibri"/>
                <a:ea typeface="Calibri"/>
                <a:cs typeface="Calibri"/>
              </a:defRPr>
            </a:lvl5pPr>
            <a:lvl6pPr>
              <a:defRPr sz="7200" b="1">
                <a:solidFill>
                  <a:srgbClr val="002060"/>
                </a:solidFill>
                <a:latin typeface="Calibri"/>
                <a:ea typeface="Calibri"/>
                <a:cs typeface="Calibri"/>
              </a:defRPr>
            </a:lvl6pPr>
            <a:lvl7pPr>
              <a:defRPr sz="7200" b="1">
                <a:solidFill>
                  <a:srgbClr val="002060"/>
                </a:solidFill>
                <a:latin typeface="Calibri"/>
                <a:ea typeface="Calibri"/>
                <a:cs typeface="Calibri"/>
              </a:defRPr>
            </a:lvl7pPr>
            <a:lvl8pPr>
              <a:defRPr sz="7200" b="1">
                <a:solidFill>
                  <a:srgbClr val="002060"/>
                </a:solidFill>
                <a:latin typeface="Calibri"/>
                <a:ea typeface="Calibri"/>
                <a:cs typeface="Calibri"/>
              </a:defRPr>
            </a:lvl8pPr>
            <a:lvl9pPr>
              <a:defRPr sz="7200" b="1">
                <a:solidFill>
                  <a:srgbClr val="002060"/>
                </a:solidFill>
                <a:latin typeface="Calibri"/>
                <a:ea typeface="Calibri"/>
                <a:cs typeface="Calibri"/>
              </a:defRPr>
            </a:lvl9pPr>
          </a:lstStyle>
          <a:p>
            <a:pPr>
              <a:defRPr sz="7200" b="1">
                <a:solidFill>
                  <a:srgbClr val="002060"/>
                </a:solidFill>
                <a:latin typeface="Calibri"/>
                <a:ea typeface="Calibri"/>
                <a:cs typeface="Calibri"/>
              </a:defRPr>
            </a:pPr>
            <a:r>
              <a:rPr sz="7200" b="1">
                <a:solidFill>
                  <a:srgbClr val="002060"/>
                </a:solidFill>
                <a:latin typeface="Calibri"/>
                <a:ea typeface="Calibri"/>
                <a:cs typeface="Calibri"/>
              </a:rPr>
              <a:t>Interpretation limits</a:t>
            </a:r>
          </a:p>
        </p:txBody>
      </p:sp>
      <p:sp>
        <p:nvSpPr>
          <p:cNvPr id="105" name="body">
            <a:extLst>
              <a:ext uri="{FF2B5EF4-FFF2-40B4-BE49-F238E27FC236}">
                <a16:creationId xmlns:a16="http://schemas.microsoft.com/office/drawing/2014/main" id="{AAF11692-C68B-4510-A61D-6E8FE8A86861}"/>
              </a:ext>
            </a:extLst>
          </p:cNvPr>
          <p:cNvSpPr>
            <a:spLocks noGrp="1"/>
          </p:cNvSpPr>
          <p:nvPr/>
        </p:nvSpPr>
        <p:spPr>
          <a:xfrm>
            <a:off x="1719072" y="10607040"/>
            <a:ext cx="37709856" cy="28346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Small collection, one shared ALL source, heterogeneous assays and sparse ALL-1 coverage. No matched normal comparison, functional validation or clinical outcomes.</a:t>
            </a:r>
          </a:p>
        </p:txBody>
      </p:sp>
      <p:sp>
        <p:nvSpPr>
          <p:cNvPr id="106" name="body">
            <a:extLst>
              <a:ext uri="{FF2B5EF4-FFF2-40B4-BE49-F238E27FC236}">
                <a16:creationId xmlns:a16="http://schemas.microsoft.com/office/drawing/2014/main" id="{FA1D4D29-99B0-454F-8D98-B8ABC8A11742}"/>
              </a:ext>
            </a:extLst>
          </p:cNvPr>
          <p:cNvSpPr>
            <a:spLocks noGrp="1"/>
          </p:cNvSpPr>
          <p:nvPr/>
        </p:nvSpPr>
        <p:spPr>
          <a:xfrm>
            <a:off x="1719072" y="14264640"/>
            <a:ext cx="37709856" cy="1371600"/>
          </a:xfrm>
          <a:prstGeom prst="rect">
            <a:avLst/>
          </a:prstGeom>
          <a:noFill/>
          <a:ln w="0">
            <a:noFill/>
            <a:prstDash val="solid"/>
          </a:ln>
        </p:spPr>
        <p:txBody>
          <a:bodyPr wrap="square" lIns="91440" tIns="45720" rIns="91440" bIns="45720" anchor="t">
            <a:noAutofit/>
          </a:bodyPr>
          <a:lstStyle>
            <a:defPPr>
              <a:defRPr sz="7200" b="1">
                <a:solidFill>
                  <a:srgbClr val="002060"/>
                </a:solidFill>
                <a:latin typeface="Calibri"/>
                <a:ea typeface="Calibri"/>
                <a:cs typeface="Calibri"/>
              </a:defRPr>
            </a:defPPr>
            <a:lvl1pPr>
              <a:defRPr sz="7200" b="1">
                <a:solidFill>
                  <a:srgbClr val="002060"/>
                </a:solidFill>
                <a:latin typeface="Calibri"/>
                <a:ea typeface="Calibri"/>
                <a:cs typeface="Calibri"/>
              </a:defRPr>
            </a:lvl1pPr>
            <a:lvl2pPr>
              <a:defRPr sz="7200" b="1">
                <a:solidFill>
                  <a:srgbClr val="002060"/>
                </a:solidFill>
                <a:latin typeface="Calibri"/>
                <a:ea typeface="Calibri"/>
                <a:cs typeface="Calibri"/>
              </a:defRPr>
            </a:lvl2pPr>
            <a:lvl3pPr>
              <a:defRPr sz="7200" b="1">
                <a:solidFill>
                  <a:srgbClr val="002060"/>
                </a:solidFill>
                <a:latin typeface="Calibri"/>
                <a:ea typeface="Calibri"/>
                <a:cs typeface="Calibri"/>
              </a:defRPr>
            </a:lvl3pPr>
            <a:lvl4pPr>
              <a:defRPr sz="7200" b="1">
                <a:solidFill>
                  <a:srgbClr val="002060"/>
                </a:solidFill>
                <a:latin typeface="Calibri"/>
                <a:ea typeface="Calibri"/>
                <a:cs typeface="Calibri"/>
              </a:defRPr>
            </a:lvl4pPr>
            <a:lvl5pPr>
              <a:defRPr sz="7200" b="1">
                <a:solidFill>
                  <a:srgbClr val="002060"/>
                </a:solidFill>
                <a:latin typeface="Calibri"/>
                <a:ea typeface="Calibri"/>
                <a:cs typeface="Calibri"/>
              </a:defRPr>
            </a:lvl5pPr>
            <a:lvl6pPr>
              <a:defRPr sz="7200" b="1">
                <a:solidFill>
                  <a:srgbClr val="002060"/>
                </a:solidFill>
                <a:latin typeface="Calibri"/>
                <a:ea typeface="Calibri"/>
                <a:cs typeface="Calibri"/>
              </a:defRPr>
            </a:lvl6pPr>
            <a:lvl7pPr>
              <a:defRPr sz="7200" b="1">
                <a:solidFill>
                  <a:srgbClr val="002060"/>
                </a:solidFill>
                <a:latin typeface="Calibri"/>
                <a:ea typeface="Calibri"/>
                <a:cs typeface="Calibri"/>
              </a:defRPr>
            </a:lvl7pPr>
            <a:lvl8pPr>
              <a:defRPr sz="7200" b="1">
                <a:solidFill>
                  <a:srgbClr val="002060"/>
                </a:solidFill>
                <a:latin typeface="Calibri"/>
                <a:ea typeface="Calibri"/>
                <a:cs typeface="Calibri"/>
              </a:defRPr>
            </a:lvl8pPr>
            <a:lvl9pPr>
              <a:defRPr sz="7200" b="1">
                <a:solidFill>
                  <a:srgbClr val="002060"/>
                </a:solidFill>
                <a:latin typeface="Calibri"/>
                <a:ea typeface="Calibri"/>
                <a:cs typeface="Calibri"/>
              </a:defRPr>
            </a:lvl9pPr>
          </a:lstStyle>
          <a:p>
            <a:pPr>
              <a:defRPr sz="7200" b="1">
                <a:solidFill>
                  <a:srgbClr val="002060"/>
                </a:solidFill>
                <a:latin typeface="Calibri"/>
                <a:ea typeface="Calibri"/>
                <a:cs typeface="Calibri"/>
              </a:defRPr>
            </a:pPr>
            <a:r>
              <a:rPr sz="7200" b="1">
                <a:solidFill>
                  <a:srgbClr val="002060"/>
                </a:solidFill>
                <a:latin typeface="Calibri"/>
                <a:ea typeface="Calibri"/>
                <a:cs typeface="Calibri"/>
              </a:rPr>
              <a:t>Next steps</a:t>
            </a:r>
          </a:p>
        </p:txBody>
      </p:sp>
      <p:sp>
        <p:nvSpPr>
          <p:cNvPr id="107" name="body">
            <a:extLst>
              <a:ext uri="{FF2B5EF4-FFF2-40B4-BE49-F238E27FC236}">
                <a16:creationId xmlns:a16="http://schemas.microsoft.com/office/drawing/2014/main" id="{DEFC4A8F-66F7-45D2-BE2C-768D39F8EDF9}"/>
              </a:ext>
            </a:extLst>
          </p:cNvPr>
          <p:cNvSpPr>
            <a:spLocks noGrp="1"/>
          </p:cNvSpPr>
          <p:nvPr/>
        </p:nvSpPr>
        <p:spPr>
          <a:xfrm>
            <a:off x="1719072" y="16093440"/>
            <a:ext cx="37709856" cy="28346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Use independent biological samples, suitable platform-specific processing, justified callable regions and allele-level validation before evaluating candidate biomarkers.</a:t>
            </a:r>
          </a:p>
        </p:txBody>
      </p:sp>
      <p:sp>
        <p:nvSpPr>
          <p:cNvPr id="108" name="body">
            <a:extLst>
              <a:ext uri="{FF2B5EF4-FFF2-40B4-BE49-F238E27FC236}">
                <a16:creationId xmlns:a16="http://schemas.microsoft.com/office/drawing/2014/main" id="{673FBDA0-7061-4160-8D12-A8B0BE0276C2}"/>
              </a:ext>
            </a:extLst>
          </p:cNvPr>
          <p:cNvSpPr>
            <a:spLocks noGrp="1"/>
          </p:cNvSpPr>
          <p:nvPr/>
        </p:nvSpPr>
        <p:spPr>
          <a:xfrm>
            <a:off x="1719072" y="19385280"/>
            <a:ext cx="37709856" cy="137160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Contribution: a descriptive chromosome-focused comparison of publicly identifiable sequencing inputs.</a:t>
            </a:r>
          </a:p>
        </p:txBody>
      </p:sp>
    </p:spTree>
    <p:extLst>
      <p:ext uri="{BB962C8B-B14F-4D97-AF65-F5344CB8AC3E}">
        <p14:creationId xmlns:p14="http://schemas.microsoft.com/office/powerpoint/2010/main" val="1910994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08E3-8208-74B1-A0D7-F712F031D59B}"/>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AC737ABA-4B92-7C89-A245-008058583BC5}"/>
              </a:ext>
            </a:extLst>
          </p:cNvPr>
          <p:cNvGrpSpPr/>
          <p:nvPr/>
        </p:nvGrpSpPr>
        <p:grpSpPr>
          <a:xfrm>
            <a:off x="0" y="21563985"/>
            <a:ext cx="41136063" cy="1332591"/>
            <a:chOff x="0" y="21563985"/>
            <a:chExt cx="41136063" cy="1332591"/>
          </a:xfrm>
        </p:grpSpPr>
        <p:sp>
          <p:nvSpPr>
            <p:cNvPr id="11" name="Rectangle 10">
              <a:extLst>
                <a:ext uri="{FF2B5EF4-FFF2-40B4-BE49-F238E27FC236}">
                  <a16:creationId xmlns:a16="http://schemas.microsoft.com/office/drawing/2014/main" id="{37CBEBAA-19F8-0F48-CE77-4F4B7EED7D1F}"/>
                </a:ext>
              </a:extLst>
            </p:cNvPr>
            <p:cNvSpPr/>
            <p:nvPr/>
          </p:nvSpPr>
          <p:spPr>
            <a:xfrm>
              <a:off x="0" y="21563985"/>
              <a:ext cx="41136063" cy="1332591"/>
            </a:xfrm>
            <a:prstGeom prst="rect">
              <a:avLst/>
            </a:prstGeom>
            <a:solidFill>
              <a:schemeClr val="bg1"/>
            </a:solidFill>
            <a:ln w="5715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E774F04B-D563-D912-253C-1F2F434B53D8}"/>
                </a:ext>
              </a:extLst>
            </p:cNvPr>
            <p:cNvSpPr txBox="1"/>
            <p:nvPr/>
          </p:nvSpPr>
          <p:spPr>
            <a:xfrm>
              <a:off x="9302910" y="21652562"/>
              <a:ext cx="30834907" cy="991875"/>
            </a:xfrm>
            <a:prstGeom prst="rect">
              <a:avLst/>
            </a:prstGeom>
            <a:noFill/>
          </p:spPr>
          <p:txBody>
            <a:bodyPr wrap="square">
              <a:spAutoFit/>
            </a:bodyPr>
            <a:lstStyle/>
            <a:p>
              <a:pPr>
                <a:lnSpc>
                  <a:spcPct val="115000"/>
                </a:lnSpc>
                <a:spcAft>
                  <a:spcPts val="800"/>
                </a:spcAft>
                <a:tabLst>
                  <a:tab pos="-571500" algn="l"/>
                </a:tabLst>
              </a:pP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5</a:t>
              </a:r>
              <a:r>
                <a:rPr lang="en-US" sz="5400" b="1" kern="100" baseline="300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th </a:t>
              </a:r>
              <a:r>
                <a:rPr lang="en-US" sz="5400" b="1"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Calibri" panose="020F0502020204030204" pitchFamily="34" charset="0"/>
                </a:rPr>
                <a:t>International Conference, Faculty of Natural and Applied Sciences (FASCON 2026)</a:t>
              </a:r>
              <a:endParaRPr lang="en-US" sz="4400" kern="100" dirty="0">
                <a:solidFill>
                  <a:schemeClr val="accent1"/>
                </a:solidFill>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D0FF6FD0-367B-684D-3489-B02FB470D82A}"/>
                </a:ext>
              </a:extLst>
            </p:cNvPr>
            <p:cNvPicPr>
              <a:picLocks noChangeAspect="1"/>
            </p:cNvPicPr>
            <p:nvPr/>
          </p:nvPicPr>
          <p:blipFill>
            <a:blip r:embed="rId2"/>
            <a:stretch>
              <a:fillRect/>
            </a:stretch>
          </p:blipFill>
          <p:spPr>
            <a:xfrm>
              <a:off x="37234896" y="21760368"/>
              <a:ext cx="3462255" cy="939824"/>
            </a:xfrm>
            <a:prstGeom prst="rect">
              <a:avLst/>
            </a:prstGeom>
            <a:noFill/>
            <a:ln>
              <a:solidFill>
                <a:schemeClr val="bg1"/>
              </a:solidFill>
            </a:ln>
          </p:spPr>
        </p:pic>
        <p:pic>
          <p:nvPicPr>
            <p:cNvPr id="16" name="Picture 15">
              <a:extLst>
                <a:ext uri="{FF2B5EF4-FFF2-40B4-BE49-F238E27FC236}">
                  <a16:creationId xmlns:a16="http://schemas.microsoft.com/office/drawing/2014/main" id="{68CDCE80-0F8C-4D94-F868-FF2270929009}"/>
                </a:ext>
              </a:extLst>
            </p:cNvPr>
            <p:cNvPicPr>
              <a:picLocks noChangeAspect="1"/>
            </p:cNvPicPr>
            <p:nvPr/>
          </p:nvPicPr>
          <p:blipFill>
            <a:blip r:embed="rId3"/>
            <a:srcRect l="1685" t="10423" r="3948" b="19663"/>
            <a:stretch>
              <a:fillRect/>
            </a:stretch>
          </p:blipFill>
          <p:spPr>
            <a:xfrm>
              <a:off x="158241" y="21637137"/>
              <a:ext cx="7235993" cy="1136207"/>
            </a:xfrm>
            <a:prstGeom prst="rect">
              <a:avLst/>
            </a:prstGeom>
            <a:noFill/>
            <a:ln>
              <a:noFill/>
            </a:ln>
          </p:spPr>
        </p:pic>
      </p:grpSp>
      <p:sp>
        <p:nvSpPr>
          <p:cNvPr id="2" name="Rectangle 1">
            <a:extLst>
              <a:ext uri="{FF2B5EF4-FFF2-40B4-BE49-F238E27FC236}">
                <a16:creationId xmlns:a16="http://schemas.microsoft.com/office/drawing/2014/main" id="{3883C678-099F-D294-904B-0560DDBCA89E}"/>
              </a:ext>
            </a:extLst>
          </p:cNvPr>
          <p:cNvSpPr/>
          <p:nvPr/>
        </p:nvSpPr>
        <p:spPr>
          <a:xfrm>
            <a:off x="0" y="0"/>
            <a:ext cx="41136063" cy="21456178"/>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main-heading">
            <a:extLst>
              <a:ext uri="{FF2B5EF4-FFF2-40B4-BE49-F238E27FC236}">
                <a16:creationId xmlns:a16="http://schemas.microsoft.com/office/drawing/2014/main" id="{0AB78E77-8B04-4C87-8C82-EF4B3DD0D520}"/>
              </a:ext>
            </a:extLst>
          </p:cNvPr>
          <p:cNvSpPr>
            <a:spLocks noGrp="1"/>
          </p:cNvSpPr>
          <p:nvPr/>
        </p:nvSpPr>
        <p:spPr>
          <a:xfrm>
            <a:off x="1719072" y="457200"/>
            <a:ext cx="37709856" cy="2651760"/>
          </a:xfrm>
          <a:prstGeom prst="rect">
            <a:avLst/>
          </a:prstGeom>
          <a:noFill/>
          <a:ln w="0">
            <a:noFill/>
            <a:prstDash val="solid"/>
          </a:ln>
        </p:spPr>
        <p:txBody>
          <a:bodyPr wrap="square" lIns="91440" tIns="45720" rIns="91440" bIns="45720" anchor="t">
            <a:noAutofit/>
          </a:bodyPr>
          <a:lstStyle>
            <a:defPPr>
              <a:defRPr sz="8800" b="1">
                <a:solidFill>
                  <a:srgbClr val="000000"/>
                </a:solidFill>
                <a:latin typeface="Calibri"/>
                <a:ea typeface="Calibri"/>
                <a:cs typeface="Calibri"/>
              </a:defRPr>
            </a:defPPr>
            <a:lvl1pPr>
              <a:defRPr sz="8800" b="1">
                <a:solidFill>
                  <a:srgbClr val="000000"/>
                </a:solidFill>
                <a:latin typeface="Calibri"/>
                <a:ea typeface="Calibri"/>
                <a:cs typeface="Calibri"/>
              </a:defRPr>
            </a:lvl1pPr>
            <a:lvl2pPr>
              <a:defRPr sz="8800" b="1">
                <a:solidFill>
                  <a:srgbClr val="000000"/>
                </a:solidFill>
                <a:latin typeface="Calibri"/>
                <a:ea typeface="Calibri"/>
                <a:cs typeface="Calibri"/>
              </a:defRPr>
            </a:lvl2pPr>
            <a:lvl3pPr>
              <a:defRPr sz="8800" b="1">
                <a:solidFill>
                  <a:srgbClr val="000000"/>
                </a:solidFill>
                <a:latin typeface="Calibri"/>
                <a:ea typeface="Calibri"/>
                <a:cs typeface="Calibri"/>
              </a:defRPr>
            </a:lvl3pPr>
            <a:lvl4pPr>
              <a:defRPr sz="8800" b="1">
                <a:solidFill>
                  <a:srgbClr val="000000"/>
                </a:solidFill>
                <a:latin typeface="Calibri"/>
                <a:ea typeface="Calibri"/>
                <a:cs typeface="Calibri"/>
              </a:defRPr>
            </a:lvl4pPr>
            <a:lvl5pPr>
              <a:defRPr sz="8800" b="1">
                <a:solidFill>
                  <a:srgbClr val="000000"/>
                </a:solidFill>
                <a:latin typeface="Calibri"/>
                <a:ea typeface="Calibri"/>
                <a:cs typeface="Calibri"/>
              </a:defRPr>
            </a:lvl5pPr>
            <a:lvl6pPr>
              <a:defRPr sz="8800" b="1">
                <a:solidFill>
                  <a:srgbClr val="000000"/>
                </a:solidFill>
                <a:latin typeface="Calibri"/>
                <a:ea typeface="Calibri"/>
                <a:cs typeface="Calibri"/>
              </a:defRPr>
            </a:lvl6pPr>
            <a:lvl7pPr>
              <a:defRPr sz="8800" b="1">
                <a:solidFill>
                  <a:srgbClr val="000000"/>
                </a:solidFill>
                <a:latin typeface="Calibri"/>
                <a:ea typeface="Calibri"/>
                <a:cs typeface="Calibri"/>
              </a:defRPr>
            </a:lvl7pPr>
            <a:lvl8pPr>
              <a:defRPr sz="8800" b="1">
                <a:solidFill>
                  <a:srgbClr val="000000"/>
                </a:solidFill>
                <a:latin typeface="Calibri"/>
                <a:ea typeface="Calibri"/>
                <a:cs typeface="Calibri"/>
              </a:defRPr>
            </a:lvl8pPr>
            <a:lvl9pPr>
              <a:defRPr sz="8800" b="1">
                <a:solidFill>
                  <a:srgbClr val="000000"/>
                </a:solidFill>
                <a:latin typeface="Calibri"/>
                <a:ea typeface="Calibri"/>
                <a:cs typeface="Calibri"/>
              </a:defRPr>
            </a:lvl9pPr>
          </a:lstStyle>
          <a:p>
            <a:pPr>
              <a:defRPr sz="8800" b="1">
                <a:solidFill>
                  <a:srgbClr val="000000"/>
                </a:solidFill>
                <a:latin typeface="Calibri"/>
                <a:ea typeface="Calibri"/>
                <a:cs typeface="Calibri"/>
              </a:defRPr>
            </a:pPr>
            <a:r>
              <a:rPr sz="8800" b="1">
                <a:solidFill>
                  <a:srgbClr val="000000"/>
                </a:solidFill>
                <a:latin typeface="Calibri"/>
                <a:ea typeface="Calibri"/>
                <a:cs typeface="Calibri"/>
              </a:rPr>
              <a:t>Major References</a:t>
            </a:r>
          </a:p>
        </p:txBody>
      </p:sp>
      <p:sp>
        <p:nvSpPr>
          <p:cNvPr id="102" name="body">
            <a:extLst>
              <a:ext uri="{FF2B5EF4-FFF2-40B4-BE49-F238E27FC236}">
                <a16:creationId xmlns:a16="http://schemas.microsoft.com/office/drawing/2014/main" id="{6551CB3B-838A-45D1-AED6-175BA297745B}"/>
              </a:ext>
            </a:extLst>
          </p:cNvPr>
          <p:cNvSpPr>
            <a:spLocks noGrp="1"/>
          </p:cNvSpPr>
          <p:nvPr/>
        </p:nvSpPr>
        <p:spPr>
          <a:xfrm>
            <a:off x="1719072" y="3657600"/>
            <a:ext cx="37709856" cy="37490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Lysenkova Wiklander, M., et al. (2023). Genomic, transcriptomic and epigenomic sequencing data of the B-cell leukemia cell line REH. BMC Research Notes, 16, 265. https://doi.org/10.1186/s13104-023-06537-2</a:t>
            </a:r>
          </a:p>
        </p:txBody>
      </p:sp>
      <p:sp>
        <p:nvSpPr>
          <p:cNvPr id="103" name="body">
            <a:extLst>
              <a:ext uri="{FF2B5EF4-FFF2-40B4-BE49-F238E27FC236}">
                <a16:creationId xmlns:a16="http://schemas.microsoft.com/office/drawing/2014/main" id="{F26A1688-D588-4D42-9ABF-44750F76BA6F}"/>
              </a:ext>
            </a:extLst>
          </p:cNvPr>
          <p:cNvSpPr>
            <a:spLocks noGrp="1"/>
          </p:cNvSpPr>
          <p:nvPr/>
        </p:nvSpPr>
        <p:spPr>
          <a:xfrm>
            <a:off x="1719072" y="7772400"/>
            <a:ext cx="37709856" cy="37490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Lysenkova Wiklander, M., et al. (2024). A multiomic characterization of the leukemia cell line REH using short- and long-read sequencing. Life Science Alliance, 7, e202302481. https://doi.org/10.26508/lsa.202302481</a:t>
            </a:r>
          </a:p>
        </p:txBody>
      </p:sp>
      <p:sp>
        <p:nvSpPr>
          <p:cNvPr id="104" name="body">
            <a:extLst>
              <a:ext uri="{FF2B5EF4-FFF2-40B4-BE49-F238E27FC236}">
                <a16:creationId xmlns:a16="http://schemas.microsoft.com/office/drawing/2014/main" id="{802F2565-BC87-4F85-A04C-6801C604817E}"/>
              </a:ext>
            </a:extLst>
          </p:cNvPr>
          <p:cNvSpPr>
            <a:spLocks noGrp="1"/>
          </p:cNvSpPr>
          <p:nvPr/>
        </p:nvSpPr>
        <p:spPr>
          <a:xfrm>
            <a:off x="1719072" y="11887200"/>
            <a:ext cx="37709856" cy="37490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Chen, Y. A., et al. (2025). Toward streamline variant classification: Discrepancies in variant nomenclature and syntax for ClinVar pathogenic variants across annotation tools. Human Genomics, 19, 70. https://doi.org/10.1186/s40246-025-00778-x</a:t>
            </a:r>
          </a:p>
        </p:txBody>
      </p:sp>
      <p:sp>
        <p:nvSpPr>
          <p:cNvPr id="105" name="body">
            <a:extLst>
              <a:ext uri="{FF2B5EF4-FFF2-40B4-BE49-F238E27FC236}">
                <a16:creationId xmlns:a16="http://schemas.microsoft.com/office/drawing/2014/main" id="{1E2D6B90-B049-4599-A7B5-CCA77AFCE27E}"/>
              </a:ext>
            </a:extLst>
          </p:cNvPr>
          <p:cNvSpPr>
            <a:spLocks noGrp="1"/>
          </p:cNvSpPr>
          <p:nvPr/>
        </p:nvSpPr>
        <p:spPr>
          <a:xfrm>
            <a:off x="1719072" y="16002000"/>
            <a:ext cx="37709856" cy="3749040"/>
          </a:xfrm>
          <a:prstGeom prst="rect">
            <a:avLst/>
          </a:prstGeom>
          <a:noFill/>
          <a:ln w="0">
            <a:noFill/>
            <a:prstDash val="solid"/>
          </a:ln>
        </p:spPr>
        <p:txBody>
          <a:bodyPr wrap="square" lIns="91440" tIns="45720" rIns="91440" bIns="45720" anchor="t">
            <a:noAutofit/>
          </a:bodyPr>
          <a:lstStyle>
            <a:defPPr>
              <a:defRPr sz="6000" b="0">
                <a:solidFill>
                  <a:srgbClr val="000000"/>
                </a:solidFill>
                <a:latin typeface="Calibri"/>
                <a:ea typeface="Calibri"/>
                <a:cs typeface="Calibri"/>
              </a:defRPr>
            </a:defPPr>
            <a:lvl1pPr>
              <a:defRPr sz="6000" b="0">
                <a:solidFill>
                  <a:srgbClr val="000000"/>
                </a:solidFill>
                <a:latin typeface="Calibri"/>
                <a:ea typeface="Calibri"/>
                <a:cs typeface="Calibri"/>
              </a:defRPr>
            </a:lvl1pPr>
            <a:lvl2pPr>
              <a:defRPr sz="6000" b="0">
                <a:solidFill>
                  <a:srgbClr val="000000"/>
                </a:solidFill>
                <a:latin typeface="Calibri"/>
                <a:ea typeface="Calibri"/>
                <a:cs typeface="Calibri"/>
              </a:defRPr>
            </a:lvl2pPr>
            <a:lvl3pPr>
              <a:defRPr sz="6000" b="0">
                <a:solidFill>
                  <a:srgbClr val="000000"/>
                </a:solidFill>
                <a:latin typeface="Calibri"/>
                <a:ea typeface="Calibri"/>
                <a:cs typeface="Calibri"/>
              </a:defRPr>
            </a:lvl3pPr>
            <a:lvl4pPr>
              <a:defRPr sz="6000" b="0">
                <a:solidFill>
                  <a:srgbClr val="000000"/>
                </a:solidFill>
                <a:latin typeface="Calibri"/>
                <a:ea typeface="Calibri"/>
                <a:cs typeface="Calibri"/>
              </a:defRPr>
            </a:lvl4pPr>
            <a:lvl5pPr>
              <a:defRPr sz="6000" b="0">
                <a:solidFill>
                  <a:srgbClr val="000000"/>
                </a:solidFill>
                <a:latin typeface="Calibri"/>
                <a:ea typeface="Calibri"/>
                <a:cs typeface="Calibri"/>
              </a:defRPr>
            </a:lvl5pPr>
            <a:lvl6pPr>
              <a:defRPr sz="6000" b="0">
                <a:solidFill>
                  <a:srgbClr val="000000"/>
                </a:solidFill>
                <a:latin typeface="Calibri"/>
                <a:ea typeface="Calibri"/>
                <a:cs typeface="Calibri"/>
              </a:defRPr>
            </a:lvl6pPr>
            <a:lvl7pPr>
              <a:defRPr sz="6000" b="0">
                <a:solidFill>
                  <a:srgbClr val="000000"/>
                </a:solidFill>
                <a:latin typeface="Calibri"/>
                <a:ea typeface="Calibri"/>
                <a:cs typeface="Calibri"/>
              </a:defRPr>
            </a:lvl7pPr>
            <a:lvl8pPr>
              <a:defRPr sz="6000" b="0">
                <a:solidFill>
                  <a:srgbClr val="000000"/>
                </a:solidFill>
                <a:latin typeface="Calibri"/>
                <a:ea typeface="Calibri"/>
                <a:cs typeface="Calibri"/>
              </a:defRPr>
            </a:lvl8pPr>
            <a:lvl9pPr>
              <a:defRPr sz="6000" b="0">
                <a:solidFill>
                  <a:srgbClr val="000000"/>
                </a:solidFill>
                <a:latin typeface="Calibri"/>
                <a:ea typeface="Calibri"/>
                <a:cs typeface="Calibri"/>
              </a:defRPr>
            </a:lvl9pPr>
          </a:lstStyle>
          <a:p>
            <a:pPr>
              <a:defRPr sz="6000" b="0">
                <a:solidFill>
                  <a:srgbClr val="000000"/>
                </a:solidFill>
                <a:latin typeface="Calibri"/>
                <a:ea typeface="Calibri"/>
                <a:cs typeface="Calibri"/>
              </a:defRPr>
            </a:pPr>
            <a:r>
              <a:rPr sz="6000" b="0">
                <a:solidFill>
                  <a:srgbClr val="000000"/>
                </a:solidFill>
                <a:latin typeface="Calibri"/>
                <a:ea typeface="Calibri"/>
                <a:cs typeface="Calibri"/>
              </a:rPr>
              <a:t>Zhu, D., et al. (2023). Circulating cell-free DNA fragmentation is a stepwise and conserved process linked to apoptosis. BMC Biology, 21, 253. https://doi.org/10.1186/s12915-023-01752-6</a:t>
            </a:r>
          </a:p>
        </p:txBody>
      </p:sp>
    </p:spTree>
    <p:extLst>
      <p:ext uri="{BB962C8B-B14F-4D97-AF65-F5344CB8AC3E}">
        <p14:creationId xmlns:p14="http://schemas.microsoft.com/office/powerpoint/2010/main" val="19109947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54</TotalTime>
  <Words>251</Words>
  <Application>Microsoft Office PowerPoint</Application>
  <PresentationFormat>Custom</PresentationFormat>
  <Paragraphs>31</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Onasanya Amos</dc:creator>
  <cp:lastModifiedBy>Onasanya Amos</cp:lastModifiedBy>
  <cp:revision>5</cp:revision>
  <dcterms:created xsi:type="dcterms:W3CDTF">2026-07-30T10:35:09Z</dcterms:created>
  <dcterms:modified xsi:type="dcterms:W3CDTF">2026-09-20T19:12:48Z</dcterms:modified>
</cp:coreProperties>
</file>